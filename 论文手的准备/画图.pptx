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3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36C506-0FD8-462D-929B-C786CFF9A705}" type="doc">
      <dgm:prSet loTypeId="urn:microsoft.com/office/officeart/2005/8/layout/hierarchy2" loCatId="hierarchy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zh-CN" altLang="en-US"/>
        </a:p>
      </dgm:t>
    </dgm:pt>
    <dgm:pt modelId="{AC1DFBE0-DDDC-4013-9F98-F0AB2E9FBD31}">
      <dgm:prSet custT="1"/>
      <dgm:spPr/>
      <dgm:t>
        <a:bodyPr/>
        <a:lstStyle/>
        <a:p>
          <a:r>
            <a:rPr lang="zh-CN" altLang="en-US" sz="1100" b="0"/>
            <a:t>司机决策</a:t>
          </a:r>
          <a:endParaRPr lang="zh-CN" altLang="en-US" sz="1100"/>
        </a:p>
      </dgm:t>
    </dgm:pt>
    <dgm:pt modelId="{847DB53A-C553-491D-B74C-BF3FADEF5132}" type="parTrans" cxnId="{94FDB049-F44B-4508-AF98-E78C8FD724B1}">
      <dgm:prSet/>
      <dgm:spPr/>
      <dgm:t>
        <a:bodyPr/>
        <a:lstStyle/>
        <a:p>
          <a:endParaRPr lang="zh-CN" altLang="en-US"/>
        </a:p>
      </dgm:t>
    </dgm:pt>
    <dgm:pt modelId="{5270C289-4AC9-433D-8C7D-1212DADE230F}" type="sibTrans" cxnId="{94FDB049-F44B-4508-AF98-E78C8FD724B1}">
      <dgm:prSet/>
      <dgm:spPr/>
      <dgm:t>
        <a:bodyPr/>
        <a:lstStyle/>
        <a:p>
          <a:endParaRPr lang="zh-CN" altLang="en-US"/>
        </a:p>
      </dgm:t>
    </dgm:pt>
    <dgm:pt modelId="{7C2198E1-C0D4-49E9-8AF7-619937C7E3D5}">
      <dgm:prSet custT="1"/>
      <dgm:spPr/>
      <dgm:t>
        <a:bodyPr/>
        <a:lstStyle/>
        <a:p>
          <a:r>
            <a:rPr lang="zh-CN" altLang="en-US" sz="1100" b="0"/>
            <a:t>排队时间</a:t>
          </a:r>
          <a:endParaRPr lang="zh-CN" altLang="en-US" sz="1100"/>
        </a:p>
      </dgm:t>
    </dgm:pt>
    <dgm:pt modelId="{2F9E65C8-EF8A-4687-AC2F-477B0DB2C950}" type="parTrans" cxnId="{8D01CC17-C5F0-449C-B918-8C8F30AAB3CE}">
      <dgm:prSet custT="1"/>
      <dgm:spPr/>
      <dgm:t>
        <a:bodyPr/>
        <a:lstStyle/>
        <a:p>
          <a:endParaRPr lang="zh-CN" altLang="en-US" sz="300"/>
        </a:p>
      </dgm:t>
    </dgm:pt>
    <dgm:pt modelId="{18167E9D-D001-4A43-BEE3-64B89A26FA64}" type="sibTrans" cxnId="{8D01CC17-C5F0-449C-B918-8C8F30AAB3CE}">
      <dgm:prSet/>
      <dgm:spPr/>
      <dgm:t>
        <a:bodyPr/>
        <a:lstStyle/>
        <a:p>
          <a:endParaRPr lang="zh-CN" altLang="en-US"/>
        </a:p>
      </dgm:t>
    </dgm:pt>
    <dgm:pt modelId="{75339283-AFC6-4EA7-A87E-42F45416210C}">
      <dgm:prSet custT="1"/>
      <dgm:spPr/>
      <dgm:t>
        <a:bodyPr/>
        <a:lstStyle/>
        <a:p>
          <a:r>
            <a:rPr lang="zh-CN" altLang="en-US" sz="1100" b="0"/>
            <a:t>蓄车池内数量</a:t>
          </a:r>
          <a:endParaRPr lang="zh-CN" altLang="en-US" sz="1100"/>
        </a:p>
      </dgm:t>
    </dgm:pt>
    <dgm:pt modelId="{A06E3818-9948-4558-91EC-52B8D5FE96B0}" type="parTrans" cxnId="{2BCC49A1-693C-43C0-8CA8-4B5B51BD5492}">
      <dgm:prSet custT="1"/>
      <dgm:spPr/>
      <dgm:t>
        <a:bodyPr/>
        <a:lstStyle/>
        <a:p>
          <a:endParaRPr lang="zh-CN" altLang="en-US" sz="300"/>
        </a:p>
      </dgm:t>
    </dgm:pt>
    <dgm:pt modelId="{313268DA-9FC4-448F-BE00-0632800F2790}" type="sibTrans" cxnId="{2BCC49A1-693C-43C0-8CA8-4B5B51BD5492}">
      <dgm:prSet/>
      <dgm:spPr/>
      <dgm:t>
        <a:bodyPr/>
        <a:lstStyle/>
        <a:p>
          <a:endParaRPr lang="zh-CN" altLang="en-US"/>
        </a:p>
      </dgm:t>
    </dgm:pt>
    <dgm:pt modelId="{DF9610A7-285A-4D67-B2EF-DDB7C398CE51}">
      <dgm:prSet custT="1"/>
      <dgm:spPr/>
      <dgm:t>
        <a:bodyPr/>
        <a:lstStyle/>
        <a:p>
          <a:r>
            <a:rPr lang="zh-CN" altLang="en-US" sz="1100" b="0"/>
            <a:t>出租车需求量</a:t>
          </a:r>
          <a:endParaRPr lang="zh-CN" altLang="en-US" sz="1100"/>
        </a:p>
      </dgm:t>
    </dgm:pt>
    <dgm:pt modelId="{0914386F-E073-40ED-8903-27DFDF81531D}" type="parTrans" cxnId="{A98D3046-14E0-46B5-89E2-D8683C2AE1C3}">
      <dgm:prSet custT="1"/>
      <dgm:spPr/>
      <dgm:t>
        <a:bodyPr/>
        <a:lstStyle/>
        <a:p>
          <a:endParaRPr lang="zh-CN" altLang="en-US" sz="300"/>
        </a:p>
      </dgm:t>
    </dgm:pt>
    <dgm:pt modelId="{FE396A06-0A2E-4A9D-BEDE-D0C6AB434AD8}" type="sibTrans" cxnId="{A98D3046-14E0-46B5-89E2-D8683C2AE1C3}">
      <dgm:prSet/>
      <dgm:spPr/>
      <dgm:t>
        <a:bodyPr/>
        <a:lstStyle/>
        <a:p>
          <a:endParaRPr lang="zh-CN" altLang="en-US"/>
        </a:p>
      </dgm:t>
    </dgm:pt>
    <dgm:pt modelId="{3ACC346B-BA6F-492F-9B8A-FAEB05672D91}">
      <dgm:prSet custT="1"/>
      <dgm:spPr/>
      <dgm:t>
        <a:bodyPr/>
        <a:lstStyle/>
        <a:p>
          <a:r>
            <a:rPr lang="zh-CN" altLang="en-US" sz="1100" b="0"/>
            <a:t>时间</a:t>
          </a:r>
          <a:endParaRPr lang="zh-CN" altLang="en-US" sz="1100"/>
        </a:p>
      </dgm:t>
    </dgm:pt>
    <dgm:pt modelId="{A4F400C8-413F-41C0-ADE1-B5EDB653C8F6}" type="parTrans" cxnId="{C38F2ECC-6FE7-4B34-9F53-73FA38E3A760}">
      <dgm:prSet custT="1"/>
      <dgm:spPr/>
      <dgm:t>
        <a:bodyPr/>
        <a:lstStyle/>
        <a:p>
          <a:endParaRPr lang="zh-CN" altLang="en-US" sz="300"/>
        </a:p>
      </dgm:t>
    </dgm:pt>
    <dgm:pt modelId="{8228A682-3229-4FD3-9848-7B35A086BE44}" type="sibTrans" cxnId="{C38F2ECC-6FE7-4B34-9F53-73FA38E3A760}">
      <dgm:prSet/>
      <dgm:spPr/>
      <dgm:t>
        <a:bodyPr/>
        <a:lstStyle/>
        <a:p>
          <a:endParaRPr lang="zh-CN" altLang="en-US"/>
        </a:p>
      </dgm:t>
    </dgm:pt>
    <dgm:pt modelId="{3216C941-9DE0-4C54-BA11-98E9F9E0796B}">
      <dgm:prSet custT="1"/>
      <dgm:spPr/>
      <dgm:t>
        <a:bodyPr/>
        <a:lstStyle/>
        <a:p>
          <a:r>
            <a:rPr lang="zh-CN" altLang="en-US" sz="1100" b="0"/>
            <a:t>季节</a:t>
          </a:r>
          <a:endParaRPr lang="zh-CN" altLang="en-US" sz="1100"/>
        </a:p>
      </dgm:t>
    </dgm:pt>
    <dgm:pt modelId="{85204D90-7177-41B0-AD3E-0E165EBD0C41}" type="parTrans" cxnId="{54B36FB1-02EB-4664-BE06-D2E3382726C5}">
      <dgm:prSet custT="1"/>
      <dgm:spPr/>
      <dgm:t>
        <a:bodyPr/>
        <a:lstStyle/>
        <a:p>
          <a:endParaRPr lang="zh-CN" altLang="en-US" sz="300"/>
        </a:p>
      </dgm:t>
    </dgm:pt>
    <dgm:pt modelId="{CA0A686F-5660-49D3-BDA3-628064CB0FEB}" type="sibTrans" cxnId="{54B36FB1-02EB-4664-BE06-D2E3382726C5}">
      <dgm:prSet/>
      <dgm:spPr/>
      <dgm:t>
        <a:bodyPr/>
        <a:lstStyle/>
        <a:p>
          <a:endParaRPr lang="zh-CN" altLang="en-US"/>
        </a:p>
      </dgm:t>
    </dgm:pt>
    <dgm:pt modelId="{A7DCA397-330C-4657-9444-3DB3D43FE566}">
      <dgm:prSet custT="1"/>
      <dgm:spPr/>
      <dgm:t>
        <a:bodyPr/>
        <a:lstStyle/>
        <a:p>
          <a:r>
            <a:rPr lang="zh-CN" altLang="en-US" sz="1100" b="0"/>
            <a:t>天气</a:t>
          </a:r>
          <a:endParaRPr lang="zh-CN" altLang="en-US" sz="1100"/>
        </a:p>
      </dgm:t>
    </dgm:pt>
    <dgm:pt modelId="{4D5E5BE2-3D27-44D2-9154-8F5B5949443A}" type="parTrans" cxnId="{173A135D-448C-44B9-85EA-0062FC128F15}">
      <dgm:prSet custT="1"/>
      <dgm:spPr/>
      <dgm:t>
        <a:bodyPr/>
        <a:lstStyle/>
        <a:p>
          <a:endParaRPr lang="zh-CN" altLang="en-US" sz="300"/>
        </a:p>
      </dgm:t>
    </dgm:pt>
    <dgm:pt modelId="{89E41021-69D8-41D8-9FA6-2F3F95DD74B4}" type="sibTrans" cxnId="{173A135D-448C-44B9-85EA-0062FC128F15}">
      <dgm:prSet/>
      <dgm:spPr/>
      <dgm:t>
        <a:bodyPr/>
        <a:lstStyle/>
        <a:p>
          <a:endParaRPr lang="zh-CN" altLang="en-US"/>
        </a:p>
      </dgm:t>
    </dgm:pt>
    <dgm:pt modelId="{F24A3494-D8A6-4F3E-BDB7-0B0DB0482B5C}">
      <dgm:prSet custT="1"/>
      <dgm:spPr/>
      <dgm:t>
        <a:bodyPr/>
        <a:lstStyle/>
        <a:p>
          <a:r>
            <a:rPr lang="zh-CN" altLang="en-US" sz="1100" b="0"/>
            <a:t>往返时间</a:t>
          </a:r>
          <a:endParaRPr lang="zh-CN" altLang="en-US" sz="1100"/>
        </a:p>
      </dgm:t>
    </dgm:pt>
    <dgm:pt modelId="{3C386B2E-DCF5-4906-A1AF-50DEAEBD698C}" type="parTrans" cxnId="{8BD1A936-4ABA-4E9C-B761-7D4C97CE2558}">
      <dgm:prSet custT="1"/>
      <dgm:spPr/>
      <dgm:t>
        <a:bodyPr/>
        <a:lstStyle/>
        <a:p>
          <a:endParaRPr lang="zh-CN" altLang="en-US" sz="300"/>
        </a:p>
      </dgm:t>
    </dgm:pt>
    <dgm:pt modelId="{9715122E-D4BE-4CEB-A4ED-76BC9AF74DA9}" type="sibTrans" cxnId="{8BD1A936-4ABA-4E9C-B761-7D4C97CE2558}">
      <dgm:prSet/>
      <dgm:spPr/>
      <dgm:t>
        <a:bodyPr/>
        <a:lstStyle/>
        <a:p>
          <a:endParaRPr lang="zh-CN" altLang="en-US"/>
        </a:p>
      </dgm:t>
    </dgm:pt>
    <dgm:pt modelId="{558ECE1A-BB1E-43C6-8297-030FB764F3E8}">
      <dgm:prSet custT="1"/>
      <dgm:spPr/>
      <dgm:t>
        <a:bodyPr/>
        <a:lstStyle/>
        <a:p>
          <a:r>
            <a:rPr lang="zh-CN" altLang="en-US" sz="1100" b="0" dirty="0"/>
            <a:t>距市区距离</a:t>
          </a:r>
          <a:endParaRPr lang="zh-CN" altLang="en-US" sz="1100" dirty="0"/>
        </a:p>
      </dgm:t>
    </dgm:pt>
    <dgm:pt modelId="{783DF40A-BD77-4E8F-B82E-E54D1204C9C6}" type="parTrans" cxnId="{AE950C18-D459-40FA-BA52-B9AB4980F083}">
      <dgm:prSet custT="1"/>
      <dgm:spPr/>
      <dgm:t>
        <a:bodyPr/>
        <a:lstStyle/>
        <a:p>
          <a:endParaRPr lang="zh-CN" altLang="en-US" sz="300"/>
        </a:p>
      </dgm:t>
    </dgm:pt>
    <dgm:pt modelId="{99A40B7E-F7C5-4BE4-91EE-3BF280DC3D52}" type="sibTrans" cxnId="{AE950C18-D459-40FA-BA52-B9AB4980F083}">
      <dgm:prSet/>
      <dgm:spPr/>
      <dgm:t>
        <a:bodyPr/>
        <a:lstStyle/>
        <a:p>
          <a:endParaRPr lang="zh-CN" altLang="en-US"/>
        </a:p>
      </dgm:t>
    </dgm:pt>
    <dgm:pt modelId="{D0076E21-5E55-49D5-B9B7-014C426CAAF0}">
      <dgm:prSet custT="1"/>
      <dgm:spPr/>
      <dgm:t>
        <a:bodyPr/>
        <a:lstStyle/>
        <a:p>
          <a:r>
            <a:rPr lang="zh-CN" altLang="en-US" sz="1100" b="0"/>
            <a:t>道路交通状况</a:t>
          </a:r>
          <a:endParaRPr lang="zh-CN" altLang="en-US" sz="1100"/>
        </a:p>
      </dgm:t>
    </dgm:pt>
    <dgm:pt modelId="{167E4428-3715-4F37-8941-6EF565DAE1D2}" type="parTrans" cxnId="{F67285F5-B18D-4861-A433-536F23B4B1D1}">
      <dgm:prSet custT="1"/>
      <dgm:spPr/>
      <dgm:t>
        <a:bodyPr/>
        <a:lstStyle/>
        <a:p>
          <a:endParaRPr lang="zh-CN" altLang="en-US" sz="300"/>
        </a:p>
      </dgm:t>
    </dgm:pt>
    <dgm:pt modelId="{FD835AF0-F88D-4986-AFE0-0A937C4B334F}" type="sibTrans" cxnId="{F67285F5-B18D-4861-A433-536F23B4B1D1}">
      <dgm:prSet/>
      <dgm:spPr/>
      <dgm:t>
        <a:bodyPr/>
        <a:lstStyle/>
        <a:p>
          <a:endParaRPr lang="zh-CN" altLang="en-US"/>
        </a:p>
      </dgm:t>
    </dgm:pt>
    <dgm:pt modelId="{10C7790F-71FD-41A0-8C99-C1E1A6EB945F}">
      <dgm:prSet custT="1"/>
      <dgm:spPr/>
      <dgm:t>
        <a:bodyPr/>
        <a:lstStyle/>
        <a:p>
          <a:r>
            <a:rPr lang="zh-CN" altLang="en-US" sz="1100" b="0"/>
            <a:t>收入与成本</a:t>
          </a:r>
          <a:endParaRPr lang="zh-CN" altLang="en-US" sz="1100"/>
        </a:p>
      </dgm:t>
    </dgm:pt>
    <dgm:pt modelId="{9E7610E5-B193-4E06-8214-ECCEC4D159BA}" type="parTrans" cxnId="{E8117CA5-B384-4BB7-A108-CE6A7D83C256}">
      <dgm:prSet custT="1"/>
      <dgm:spPr/>
      <dgm:t>
        <a:bodyPr/>
        <a:lstStyle/>
        <a:p>
          <a:endParaRPr lang="zh-CN" altLang="en-US" sz="300"/>
        </a:p>
      </dgm:t>
    </dgm:pt>
    <dgm:pt modelId="{DA003A1B-FDEA-43FC-B6D9-E28817E1BA96}" type="sibTrans" cxnId="{E8117CA5-B384-4BB7-A108-CE6A7D83C256}">
      <dgm:prSet/>
      <dgm:spPr/>
      <dgm:t>
        <a:bodyPr/>
        <a:lstStyle/>
        <a:p>
          <a:endParaRPr lang="zh-CN" altLang="en-US"/>
        </a:p>
      </dgm:t>
    </dgm:pt>
    <dgm:pt modelId="{0B2F5EAA-2F23-4C64-8B68-BF7ED16E2FA7}">
      <dgm:prSet custT="1"/>
      <dgm:spPr/>
      <dgm:t>
        <a:bodyPr/>
        <a:lstStyle/>
        <a:p>
          <a:r>
            <a:rPr lang="zh-CN" altLang="en-US" sz="1100" b="0"/>
            <a:t>接单价格与时间</a:t>
          </a:r>
          <a:endParaRPr lang="zh-CN" altLang="en-US" sz="1100"/>
        </a:p>
      </dgm:t>
    </dgm:pt>
    <dgm:pt modelId="{480D21E6-7824-4B3A-AF03-D9EF62E217C3}" type="parTrans" cxnId="{EAFF55A9-56BA-4D27-AA78-61B653D9E386}">
      <dgm:prSet custT="1"/>
      <dgm:spPr/>
      <dgm:t>
        <a:bodyPr/>
        <a:lstStyle/>
        <a:p>
          <a:endParaRPr lang="zh-CN" altLang="en-US" sz="300"/>
        </a:p>
      </dgm:t>
    </dgm:pt>
    <dgm:pt modelId="{6E4B2AB9-BB90-4ACE-BB48-2E34ACDE7D4E}" type="sibTrans" cxnId="{EAFF55A9-56BA-4D27-AA78-61B653D9E386}">
      <dgm:prSet/>
      <dgm:spPr/>
      <dgm:t>
        <a:bodyPr/>
        <a:lstStyle/>
        <a:p>
          <a:endParaRPr lang="zh-CN" altLang="en-US"/>
        </a:p>
      </dgm:t>
    </dgm:pt>
    <dgm:pt modelId="{5CEBD4E9-C92C-4CF8-838C-1408578785BF}">
      <dgm:prSet custT="1"/>
      <dgm:spPr/>
      <dgm:t>
        <a:bodyPr/>
        <a:lstStyle/>
        <a:p>
          <a:r>
            <a:rPr lang="zh-CN" altLang="en-US" sz="1100" b="0"/>
            <a:t>油费</a:t>
          </a:r>
          <a:endParaRPr lang="zh-CN" altLang="en-US" sz="1100"/>
        </a:p>
      </dgm:t>
    </dgm:pt>
    <dgm:pt modelId="{4800F456-90BF-4136-A3C8-EF0C14A17C31}" type="parTrans" cxnId="{5FEB8FDE-9D13-4194-84A9-39E93BE2ABBA}">
      <dgm:prSet custT="1"/>
      <dgm:spPr/>
      <dgm:t>
        <a:bodyPr/>
        <a:lstStyle/>
        <a:p>
          <a:endParaRPr lang="zh-CN" altLang="en-US" sz="300"/>
        </a:p>
      </dgm:t>
    </dgm:pt>
    <dgm:pt modelId="{F22184ED-4B91-47F3-9449-56843BC776E2}" type="sibTrans" cxnId="{5FEB8FDE-9D13-4194-84A9-39E93BE2ABBA}">
      <dgm:prSet/>
      <dgm:spPr/>
      <dgm:t>
        <a:bodyPr/>
        <a:lstStyle/>
        <a:p>
          <a:endParaRPr lang="zh-CN" altLang="en-US"/>
        </a:p>
      </dgm:t>
    </dgm:pt>
    <dgm:pt modelId="{E313ED3B-583A-44CA-919C-50E0D13C47BA}" type="pres">
      <dgm:prSet presAssocID="{8F36C506-0FD8-462D-929B-C786CFF9A70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51522D0-494A-4F96-A6BA-9232A9CFBD8D}" type="pres">
      <dgm:prSet presAssocID="{AC1DFBE0-DDDC-4013-9F98-F0AB2E9FBD31}" presName="root1" presStyleCnt="0"/>
      <dgm:spPr/>
    </dgm:pt>
    <dgm:pt modelId="{8F21B4F4-5956-486F-8951-7F4DAD32E062}" type="pres">
      <dgm:prSet presAssocID="{AC1DFBE0-DDDC-4013-9F98-F0AB2E9FBD31}" presName="LevelOneTextNode" presStyleLbl="node0" presStyleIdx="0" presStyleCnt="1">
        <dgm:presLayoutVars>
          <dgm:chPref val="3"/>
        </dgm:presLayoutVars>
      </dgm:prSet>
      <dgm:spPr/>
    </dgm:pt>
    <dgm:pt modelId="{3F770395-BA0E-423B-A91B-7075F5B8F04F}" type="pres">
      <dgm:prSet presAssocID="{AC1DFBE0-DDDC-4013-9F98-F0AB2E9FBD31}" presName="level2hierChild" presStyleCnt="0"/>
      <dgm:spPr/>
    </dgm:pt>
    <dgm:pt modelId="{48543CFF-3B9C-4D65-A794-E4B9578A1FC2}" type="pres">
      <dgm:prSet presAssocID="{2F9E65C8-EF8A-4687-AC2F-477B0DB2C950}" presName="conn2-1" presStyleLbl="parChTrans1D2" presStyleIdx="0" presStyleCnt="3"/>
      <dgm:spPr/>
    </dgm:pt>
    <dgm:pt modelId="{FED2AE27-E2E7-4E16-BB78-59A7A9176BCA}" type="pres">
      <dgm:prSet presAssocID="{2F9E65C8-EF8A-4687-AC2F-477B0DB2C950}" presName="connTx" presStyleLbl="parChTrans1D2" presStyleIdx="0" presStyleCnt="3"/>
      <dgm:spPr/>
    </dgm:pt>
    <dgm:pt modelId="{7FEC831C-2D4C-491C-A8B7-6C270865C1BA}" type="pres">
      <dgm:prSet presAssocID="{7C2198E1-C0D4-49E9-8AF7-619937C7E3D5}" presName="root2" presStyleCnt="0"/>
      <dgm:spPr/>
    </dgm:pt>
    <dgm:pt modelId="{A92F24FE-30EF-4A6A-925E-D2E45FF185FB}" type="pres">
      <dgm:prSet presAssocID="{7C2198E1-C0D4-49E9-8AF7-619937C7E3D5}" presName="LevelTwoTextNode" presStyleLbl="node2" presStyleIdx="0" presStyleCnt="3">
        <dgm:presLayoutVars>
          <dgm:chPref val="3"/>
        </dgm:presLayoutVars>
      </dgm:prSet>
      <dgm:spPr/>
    </dgm:pt>
    <dgm:pt modelId="{08F4A984-D72C-4D2A-AAC3-AD1DD55D4595}" type="pres">
      <dgm:prSet presAssocID="{7C2198E1-C0D4-49E9-8AF7-619937C7E3D5}" presName="level3hierChild" presStyleCnt="0"/>
      <dgm:spPr/>
    </dgm:pt>
    <dgm:pt modelId="{EEA56970-4A4F-4A3C-9D04-5E59BF0EA36D}" type="pres">
      <dgm:prSet presAssocID="{A06E3818-9948-4558-91EC-52B8D5FE96B0}" presName="conn2-1" presStyleLbl="parChTrans1D3" presStyleIdx="0" presStyleCnt="6"/>
      <dgm:spPr/>
    </dgm:pt>
    <dgm:pt modelId="{323DCEBD-B143-4D12-9D80-541AE70496D7}" type="pres">
      <dgm:prSet presAssocID="{A06E3818-9948-4558-91EC-52B8D5FE96B0}" presName="connTx" presStyleLbl="parChTrans1D3" presStyleIdx="0" presStyleCnt="6"/>
      <dgm:spPr/>
    </dgm:pt>
    <dgm:pt modelId="{A98582CC-85C4-458F-9373-D1607991B423}" type="pres">
      <dgm:prSet presAssocID="{75339283-AFC6-4EA7-A87E-42F45416210C}" presName="root2" presStyleCnt="0"/>
      <dgm:spPr/>
    </dgm:pt>
    <dgm:pt modelId="{EA72DE14-80FA-4594-A0AF-944482CBD690}" type="pres">
      <dgm:prSet presAssocID="{75339283-AFC6-4EA7-A87E-42F45416210C}" presName="LevelTwoTextNode" presStyleLbl="node3" presStyleIdx="0" presStyleCnt="6">
        <dgm:presLayoutVars>
          <dgm:chPref val="3"/>
        </dgm:presLayoutVars>
      </dgm:prSet>
      <dgm:spPr/>
    </dgm:pt>
    <dgm:pt modelId="{A7F2593A-107A-41EB-A1D9-382C7B6BACA7}" type="pres">
      <dgm:prSet presAssocID="{75339283-AFC6-4EA7-A87E-42F45416210C}" presName="level3hierChild" presStyleCnt="0"/>
      <dgm:spPr/>
    </dgm:pt>
    <dgm:pt modelId="{47C9B8E2-5E97-429A-B8D6-27294A3C0057}" type="pres">
      <dgm:prSet presAssocID="{0914386F-E073-40ED-8903-27DFDF81531D}" presName="conn2-1" presStyleLbl="parChTrans1D3" presStyleIdx="1" presStyleCnt="6"/>
      <dgm:spPr/>
    </dgm:pt>
    <dgm:pt modelId="{7E9D034B-81F3-45EE-80B8-EEF3B80443D1}" type="pres">
      <dgm:prSet presAssocID="{0914386F-E073-40ED-8903-27DFDF81531D}" presName="connTx" presStyleLbl="parChTrans1D3" presStyleIdx="1" presStyleCnt="6"/>
      <dgm:spPr/>
    </dgm:pt>
    <dgm:pt modelId="{7ED24389-3104-47CE-B8CB-DBEAB6FB9AC2}" type="pres">
      <dgm:prSet presAssocID="{DF9610A7-285A-4D67-B2EF-DDB7C398CE51}" presName="root2" presStyleCnt="0"/>
      <dgm:spPr/>
    </dgm:pt>
    <dgm:pt modelId="{E9A3F24E-2A2E-406E-9F47-F7C91B060331}" type="pres">
      <dgm:prSet presAssocID="{DF9610A7-285A-4D67-B2EF-DDB7C398CE51}" presName="LevelTwoTextNode" presStyleLbl="node3" presStyleIdx="1" presStyleCnt="6">
        <dgm:presLayoutVars>
          <dgm:chPref val="3"/>
        </dgm:presLayoutVars>
      </dgm:prSet>
      <dgm:spPr/>
    </dgm:pt>
    <dgm:pt modelId="{A2BBF952-F325-49EC-A595-8CD0789622FB}" type="pres">
      <dgm:prSet presAssocID="{DF9610A7-285A-4D67-B2EF-DDB7C398CE51}" presName="level3hierChild" presStyleCnt="0"/>
      <dgm:spPr/>
    </dgm:pt>
    <dgm:pt modelId="{1BAFF548-55E6-428B-82D9-CD4B939F21E2}" type="pres">
      <dgm:prSet presAssocID="{A4F400C8-413F-41C0-ADE1-B5EDB653C8F6}" presName="conn2-1" presStyleLbl="parChTrans1D4" presStyleIdx="0" presStyleCnt="3"/>
      <dgm:spPr/>
    </dgm:pt>
    <dgm:pt modelId="{F2020B7C-9315-48FE-9B79-1176C8F040AB}" type="pres">
      <dgm:prSet presAssocID="{A4F400C8-413F-41C0-ADE1-B5EDB653C8F6}" presName="connTx" presStyleLbl="parChTrans1D4" presStyleIdx="0" presStyleCnt="3"/>
      <dgm:spPr/>
    </dgm:pt>
    <dgm:pt modelId="{90E14BEC-4533-42E2-8F54-B12CC00E38DD}" type="pres">
      <dgm:prSet presAssocID="{3ACC346B-BA6F-492F-9B8A-FAEB05672D91}" presName="root2" presStyleCnt="0"/>
      <dgm:spPr/>
    </dgm:pt>
    <dgm:pt modelId="{F4E75F7D-3C75-40E2-B250-75583B94A819}" type="pres">
      <dgm:prSet presAssocID="{3ACC346B-BA6F-492F-9B8A-FAEB05672D91}" presName="LevelTwoTextNode" presStyleLbl="node4" presStyleIdx="0" presStyleCnt="3">
        <dgm:presLayoutVars>
          <dgm:chPref val="3"/>
        </dgm:presLayoutVars>
      </dgm:prSet>
      <dgm:spPr/>
    </dgm:pt>
    <dgm:pt modelId="{D888CF0F-363E-4300-80DC-4B8E73C3C35D}" type="pres">
      <dgm:prSet presAssocID="{3ACC346B-BA6F-492F-9B8A-FAEB05672D91}" presName="level3hierChild" presStyleCnt="0"/>
      <dgm:spPr/>
    </dgm:pt>
    <dgm:pt modelId="{1901CFD4-16EE-43DB-9842-A29B82313D9E}" type="pres">
      <dgm:prSet presAssocID="{85204D90-7177-41B0-AD3E-0E165EBD0C41}" presName="conn2-1" presStyleLbl="parChTrans1D4" presStyleIdx="1" presStyleCnt="3"/>
      <dgm:spPr/>
    </dgm:pt>
    <dgm:pt modelId="{628F654F-1024-48BE-93DD-DBCAF693BC92}" type="pres">
      <dgm:prSet presAssocID="{85204D90-7177-41B0-AD3E-0E165EBD0C41}" presName="connTx" presStyleLbl="parChTrans1D4" presStyleIdx="1" presStyleCnt="3"/>
      <dgm:spPr/>
    </dgm:pt>
    <dgm:pt modelId="{DB81F205-979D-4DE0-A075-998C78C61DBC}" type="pres">
      <dgm:prSet presAssocID="{3216C941-9DE0-4C54-BA11-98E9F9E0796B}" presName="root2" presStyleCnt="0"/>
      <dgm:spPr/>
    </dgm:pt>
    <dgm:pt modelId="{2AFEC39E-653C-4847-90D7-04D02BE4BE2C}" type="pres">
      <dgm:prSet presAssocID="{3216C941-9DE0-4C54-BA11-98E9F9E0796B}" presName="LevelTwoTextNode" presStyleLbl="node4" presStyleIdx="1" presStyleCnt="3">
        <dgm:presLayoutVars>
          <dgm:chPref val="3"/>
        </dgm:presLayoutVars>
      </dgm:prSet>
      <dgm:spPr/>
    </dgm:pt>
    <dgm:pt modelId="{1ACB2D5C-76CA-486D-9842-725F5FCE1EFE}" type="pres">
      <dgm:prSet presAssocID="{3216C941-9DE0-4C54-BA11-98E9F9E0796B}" presName="level3hierChild" presStyleCnt="0"/>
      <dgm:spPr/>
    </dgm:pt>
    <dgm:pt modelId="{872E35C9-21A2-42BA-A28C-D0767A00EB56}" type="pres">
      <dgm:prSet presAssocID="{4D5E5BE2-3D27-44D2-9154-8F5B5949443A}" presName="conn2-1" presStyleLbl="parChTrans1D4" presStyleIdx="2" presStyleCnt="3"/>
      <dgm:spPr/>
    </dgm:pt>
    <dgm:pt modelId="{0AA1E980-0F9A-4DFA-8DC3-4A794F4AB476}" type="pres">
      <dgm:prSet presAssocID="{4D5E5BE2-3D27-44D2-9154-8F5B5949443A}" presName="connTx" presStyleLbl="parChTrans1D4" presStyleIdx="2" presStyleCnt="3"/>
      <dgm:spPr/>
    </dgm:pt>
    <dgm:pt modelId="{9FF5AF0F-D77E-49B8-9F08-9DFE90E5B626}" type="pres">
      <dgm:prSet presAssocID="{A7DCA397-330C-4657-9444-3DB3D43FE566}" presName="root2" presStyleCnt="0"/>
      <dgm:spPr/>
    </dgm:pt>
    <dgm:pt modelId="{66833331-EDC8-4D56-AEDE-E55E7406F315}" type="pres">
      <dgm:prSet presAssocID="{A7DCA397-330C-4657-9444-3DB3D43FE566}" presName="LevelTwoTextNode" presStyleLbl="node4" presStyleIdx="2" presStyleCnt="3">
        <dgm:presLayoutVars>
          <dgm:chPref val="3"/>
        </dgm:presLayoutVars>
      </dgm:prSet>
      <dgm:spPr/>
    </dgm:pt>
    <dgm:pt modelId="{79F2085B-BB2F-48BC-821D-2AF45EE5808D}" type="pres">
      <dgm:prSet presAssocID="{A7DCA397-330C-4657-9444-3DB3D43FE566}" presName="level3hierChild" presStyleCnt="0"/>
      <dgm:spPr/>
    </dgm:pt>
    <dgm:pt modelId="{2AC241B1-028A-40D7-9A35-6EECDE987CB6}" type="pres">
      <dgm:prSet presAssocID="{3C386B2E-DCF5-4906-A1AF-50DEAEBD698C}" presName="conn2-1" presStyleLbl="parChTrans1D2" presStyleIdx="1" presStyleCnt="3"/>
      <dgm:spPr/>
    </dgm:pt>
    <dgm:pt modelId="{99BD40D3-3EB9-4331-AC5B-F516C7888811}" type="pres">
      <dgm:prSet presAssocID="{3C386B2E-DCF5-4906-A1AF-50DEAEBD698C}" presName="connTx" presStyleLbl="parChTrans1D2" presStyleIdx="1" presStyleCnt="3"/>
      <dgm:spPr/>
    </dgm:pt>
    <dgm:pt modelId="{C0DA2D8F-00A5-4D20-A327-E6C7D328C240}" type="pres">
      <dgm:prSet presAssocID="{F24A3494-D8A6-4F3E-BDB7-0B0DB0482B5C}" presName="root2" presStyleCnt="0"/>
      <dgm:spPr/>
    </dgm:pt>
    <dgm:pt modelId="{AC202A20-14ED-495D-9CAF-48B08417A6B0}" type="pres">
      <dgm:prSet presAssocID="{F24A3494-D8A6-4F3E-BDB7-0B0DB0482B5C}" presName="LevelTwoTextNode" presStyleLbl="node2" presStyleIdx="1" presStyleCnt="3">
        <dgm:presLayoutVars>
          <dgm:chPref val="3"/>
        </dgm:presLayoutVars>
      </dgm:prSet>
      <dgm:spPr/>
    </dgm:pt>
    <dgm:pt modelId="{A7F54E74-7AC6-4471-A6D5-81F94C22C6C1}" type="pres">
      <dgm:prSet presAssocID="{F24A3494-D8A6-4F3E-BDB7-0B0DB0482B5C}" presName="level3hierChild" presStyleCnt="0"/>
      <dgm:spPr/>
    </dgm:pt>
    <dgm:pt modelId="{38A01C5F-ECA9-46D6-A2CA-46F995FEBE97}" type="pres">
      <dgm:prSet presAssocID="{783DF40A-BD77-4E8F-B82E-E54D1204C9C6}" presName="conn2-1" presStyleLbl="parChTrans1D3" presStyleIdx="2" presStyleCnt="6"/>
      <dgm:spPr/>
    </dgm:pt>
    <dgm:pt modelId="{BBA9D01C-5DA3-426E-8106-0657392B631A}" type="pres">
      <dgm:prSet presAssocID="{783DF40A-BD77-4E8F-B82E-E54D1204C9C6}" presName="connTx" presStyleLbl="parChTrans1D3" presStyleIdx="2" presStyleCnt="6"/>
      <dgm:spPr/>
    </dgm:pt>
    <dgm:pt modelId="{973D2A7C-0F4A-4A7F-B0AC-F8F032488507}" type="pres">
      <dgm:prSet presAssocID="{558ECE1A-BB1E-43C6-8297-030FB764F3E8}" presName="root2" presStyleCnt="0"/>
      <dgm:spPr/>
    </dgm:pt>
    <dgm:pt modelId="{25DD9204-7028-4A19-BBEB-3FD7C08A849D}" type="pres">
      <dgm:prSet presAssocID="{558ECE1A-BB1E-43C6-8297-030FB764F3E8}" presName="LevelTwoTextNode" presStyleLbl="node3" presStyleIdx="2" presStyleCnt="6">
        <dgm:presLayoutVars>
          <dgm:chPref val="3"/>
        </dgm:presLayoutVars>
      </dgm:prSet>
      <dgm:spPr/>
    </dgm:pt>
    <dgm:pt modelId="{9D5463AD-D1A5-4521-AC74-6EE497BDD4A7}" type="pres">
      <dgm:prSet presAssocID="{558ECE1A-BB1E-43C6-8297-030FB764F3E8}" presName="level3hierChild" presStyleCnt="0"/>
      <dgm:spPr/>
    </dgm:pt>
    <dgm:pt modelId="{633B2B08-C4B0-4624-AFD7-8EA4BE69D44F}" type="pres">
      <dgm:prSet presAssocID="{167E4428-3715-4F37-8941-6EF565DAE1D2}" presName="conn2-1" presStyleLbl="parChTrans1D3" presStyleIdx="3" presStyleCnt="6"/>
      <dgm:spPr/>
    </dgm:pt>
    <dgm:pt modelId="{61D07C18-8EF9-4B4F-817F-139D44C2FAB8}" type="pres">
      <dgm:prSet presAssocID="{167E4428-3715-4F37-8941-6EF565DAE1D2}" presName="connTx" presStyleLbl="parChTrans1D3" presStyleIdx="3" presStyleCnt="6"/>
      <dgm:spPr/>
    </dgm:pt>
    <dgm:pt modelId="{0B10768B-1A82-40C6-A372-53FE4ADA9B5E}" type="pres">
      <dgm:prSet presAssocID="{D0076E21-5E55-49D5-B9B7-014C426CAAF0}" presName="root2" presStyleCnt="0"/>
      <dgm:spPr/>
    </dgm:pt>
    <dgm:pt modelId="{27A5BA14-D9A9-4830-9D56-107D766D3F67}" type="pres">
      <dgm:prSet presAssocID="{D0076E21-5E55-49D5-B9B7-014C426CAAF0}" presName="LevelTwoTextNode" presStyleLbl="node3" presStyleIdx="3" presStyleCnt="6">
        <dgm:presLayoutVars>
          <dgm:chPref val="3"/>
        </dgm:presLayoutVars>
      </dgm:prSet>
      <dgm:spPr/>
    </dgm:pt>
    <dgm:pt modelId="{8814AF05-5710-47E4-A1D5-03CF95233745}" type="pres">
      <dgm:prSet presAssocID="{D0076E21-5E55-49D5-B9B7-014C426CAAF0}" presName="level3hierChild" presStyleCnt="0"/>
      <dgm:spPr/>
    </dgm:pt>
    <dgm:pt modelId="{B509B50C-308D-40FE-B901-40A939925428}" type="pres">
      <dgm:prSet presAssocID="{9E7610E5-B193-4E06-8214-ECCEC4D159BA}" presName="conn2-1" presStyleLbl="parChTrans1D2" presStyleIdx="2" presStyleCnt="3"/>
      <dgm:spPr/>
    </dgm:pt>
    <dgm:pt modelId="{F7CC0EF4-DF42-4C3E-A5A4-BBA3414F718D}" type="pres">
      <dgm:prSet presAssocID="{9E7610E5-B193-4E06-8214-ECCEC4D159BA}" presName="connTx" presStyleLbl="parChTrans1D2" presStyleIdx="2" presStyleCnt="3"/>
      <dgm:spPr/>
    </dgm:pt>
    <dgm:pt modelId="{F3DD4258-23D8-478C-8AE8-F6DEB4B6283A}" type="pres">
      <dgm:prSet presAssocID="{10C7790F-71FD-41A0-8C99-C1E1A6EB945F}" presName="root2" presStyleCnt="0"/>
      <dgm:spPr/>
    </dgm:pt>
    <dgm:pt modelId="{F50C7E62-F4D1-4271-B0B2-DB6D6D501482}" type="pres">
      <dgm:prSet presAssocID="{10C7790F-71FD-41A0-8C99-C1E1A6EB945F}" presName="LevelTwoTextNode" presStyleLbl="node2" presStyleIdx="2" presStyleCnt="3">
        <dgm:presLayoutVars>
          <dgm:chPref val="3"/>
        </dgm:presLayoutVars>
      </dgm:prSet>
      <dgm:spPr/>
    </dgm:pt>
    <dgm:pt modelId="{D5366F51-6216-4A09-9977-FEDE72CAF2D0}" type="pres">
      <dgm:prSet presAssocID="{10C7790F-71FD-41A0-8C99-C1E1A6EB945F}" presName="level3hierChild" presStyleCnt="0"/>
      <dgm:spPr/>
    </dgm:pt>
    <dgm:pt modelId="{8CA8DE61-731F-4C35-A005-5CA59A585473}" type="pres">
      <dgm:prSet presAssocID="{480D21E6-7824-4B3A-AF03-D9EF62E217C3}" presName="conn2-1" presStyleLbl="parChTrans1D3" presStyleIdx="4" presStyleCnt="6"/>
      <dgm:spPr/>
    </dgm:pt>
    <dgm:pt modelId="{5E50EF63-7C74-4D53-A021-BD06071E2602}" type="pres">
      <dgm:prSet presAssocID="{480D21E6-7824-4B3A-AF03-D9EF62E217C3}" presName="connTx" presStyleLbl="parChTrans1D3" presStyleIdx="4" presStyleCnt="6"/>
      <dgm:spPr/>
    </dgm:pt>
    <dgm:pt modelId="{F220956F-1A49-4CF4-813A-8DB749D63600}" type="pres">
      <dgm:prSet presAssocID="{0B2F5EAA-2F23-4C64-8B68-BF7ED16E2FA7}" presName="root2" presStyleCnt="0"/>
      <dgm:spPr/>
    </dgm:pt>
    <dgm:pt modelId="{891EF905-5BE5-4607-ACB0-43596E2BA96E}" type="pres">
      <dgm:prSet presAssocID="{0B2F5EAA-2F23-4C64-8B68-BF7ED16E2FA7}" presName="LevelTwoTextNode" presStyleLbl="node3" presStyleIdx="4" presStyleCnt="6">
        <dgm:presLayoutVars>
          <dgm:chPref val="3"/>
        </dgm:presLayoutVars>
      </dgm:prSet>
      <dgm:spPr/>
    </dgm:pt>
    <dgm:pt modelId="{9042B7C7-13B4-4BE1-B23F-4AA83BC37359}" type="pres">
      <dgm:prSet presAssocID="{0B2F5EAA-2F23-4C64-8B68-BF7ED16E2FA7}" presName="level3hierChild" presStyleCnt="0"/>
      <dgm:spPr/>
    </dgm:pt>
    <dgm:pt modelId="{7A7B30E0-7170-4754-BE29-87AD23B5D86C}" type="pres">
      <dgm:prSet presAssocID="{4800F456-90BF-4136-A3C8-EF0C14A17C31}" presName="conn2-1" presStyleLbl="parChTrans1D3" presStyleIdx="5" presStyleCnt="6"/>
      <dgm:spPr/>
    </dgm:pt>
    <dgm:pt modelId="{4805E729-F641-4CEB-B8C0-0A77B8D38B1E}" type="pres">
      <dgm:prSet presAssocID="{4800F456-90BF-4136-A3C8-EF0C14A17C31}" presName="connTx" presStyleLbl="parChTrans1D3" presStyleIdx="5" presStyleCnt="6"/>
      <dgm:spPr/>
    </dgm:pt>
    <dgm:pt modelId="{B24AF023-10D4-4808-AE2D-A518B1CF11A9}" type="pres">
      <dgm:prSet presAssocID="{5CEBD4E9-C92C-4CF8-838C-1408578785BF}" presName="root2" presStyleCnt="0"/>
      <dgm:spPr/>
    </dgm:pt>
    <dgm:pt modelId="{5A4FBAB5-B687-4F1D-93AA-2B4A46BED067}" type="pres">
      <dgm:prSet presAssocID="{5CEBD4E9-C92C-4CF8-838C-1408578785BF}" presName="LevelTwoTextNode" presStyleLbl="node3" presStyleIdx="5" presStyleCnt="6">
        <dgm:presLayoutVars>
          <dgm:chPref val="3"/>
        </dgm:presLayoutVars>
      </dgm:prSet>
      <dgm:spPr/>
    </dgm:pt>
    <dgm:pt modelId="{A1B474B7-4D1C-4FC0-B008-2592E1457048}" type="pres">
      <dgm:prSet presAssocID="{5CEBD4E9-C92C-4CF8-838C-1408578785BF}" presName="level3hierChild" presStyleCnt="0"/>
      <dgm:spPr/>
    </dgm:pt>
  </dgm:ptLst>
  <dgm:cxnLst>
    <dgm:cxn modelId="{06BB5D08-ADB5-4BD0-9064-9FBEB7DF32EC}" type="presOf" srcId="{A4F400C8-413F-41C0-ADE1-B5EDB653C8F6}" destId="{1BAFF548-55E6-428B-82D9-CD4B939F21E2}" srcOrd="0" destOrd="0" presId="urn:microsoft.com/office/officeart/2005/8/layout/hierarchy2"/>
    <dgm:cxn modelId="{32A66E16-5226-4D4E-A952-C76FDBC81A59}" type="presOf" srcId="{7C2198E1-C0D4-49E9-8AF7-619937C7E3D5}" destId="{A92F24FE-30EF-4A6A-925E-D2E45FF185FB}" srcOrd="0" destOrd="0" presId="urn:microsoft.com/office/officeart/2005/8/layout/hierarchy2"/>
    <dgm:cxn modelId="{8D01CC17-C5F0-449C-B918-8C8F30AAB3CE}" srcId="{AC1DFBE0-DDDC-4013-9F98-F0AB2E9FBD31}" destId="{7C2198E1-C0D4-49E9-8AF7-619937C7E3D5}" srcOrd="0" destOrd="0" parTransId="{2F9E65C8-EF8A-4687-AC2F-477B0DB2C950}" sibTransId="{18167E9D-D001-4A43-BEE3-64B89A26FA64}"/>
    <dgm:cxn modelId="{AE950C18-D459-40FA-BA52-B9AB4980F083}" srcId="{F24A3494-D8A6-4F3E-BDB7-0B0DB0482B5C}" destId="{558ECE1A-BB1E-43C6-8297-030FB764F3E8}" srcOrd="0" destOrd="0" parTransId="{783DF40A-BD77-4E8F-B82E-E54D1204C9C6}" sibTransId="{99A40B7E-F7C5-4BE4-91EE-3BF280DC3D52}"/>
    <dgm:cxn modelId="{C0BCDB18-D0C1-4ECC-B04D-E55C97691453}" type="presOf" srcId="{3C386B2E-DCF5-4906-A1AF-50DEAEBD698C}" destId="{99BD40D3-3EB9-4331-AC5B-F516C7888811}" srcOrd="1" destOrd="0" presId="urn:microsoft.com/office/officeart/2005/8/layout/hierarchy2"/>
    <dgm:cxn modelId="{CD8E1625-C57D-4F61-ACDF-8BF58198B08A}" type="presOf" srcId="{4800F456-90BF-4136-A3C8-EF0C14A17C31}" destId="{7A7B30E0-7170-4754-BE29-87AD23B5D86C}" srcOrd="0" destOrd="0" presId="urn:microsoft.com/office/officeart/2005/8/layout/hierarchy2"/>
    <dgm:cxn modelId="{6F8C332E-6DD0-4A14-BB47-66904370D9EB}" type="presOf" srcId="{3216C941-9DE0-4C54-BA11-98E9F9E0796B}" destId="{2AFEC39E-653C-4847-90D7-04D02BE4BE2C}" srcOrd="0" destOrd="0" presId="urn:microsoft.com/office/officeart/2005/8/layout/hierarchy2"/>
    <dgm:cxn modelId="{7B323136-4EE7-41AA-93FE-DCBF08CD083D}" type="presOf" srcId="{480D21E6-7824-4B3A-AF03-D9EF62E217C3}" destId="{5E50EF63-7C74-4D53-A021-BD06071E2602}" srcOrd="1" destOrd="0" presId="urn:microsoft.com/office/officeart/2005/8/layout/hierarchy2"/>
    <dgm:cxn modelId="{8BD1A936-4ABA-4E9C-B761-7D4C97CE2558}" srcId="{AC1DFBE0-DDDC-4013-9F98-F0AB2E9FBD31}" destId="{F24A3494-D8A6-4F3E-BDB7-0B0DB0482B5C}" srcOrd="1" destOrd="0" parTransId="{3C386B2E-DCF5-4906-A1AF-50DEAEBD698C}" sibTransId="{9715122E-D4BE-4CEB-A4ED-76BC9AF74DA9}"/>
    <dgm:cxn modelId="{0FD5D236-EF22-4E2D-A854-506C64E267B3}" type="presOf" srcId="{A06E3818-9948-4558-91EC-52B8D5FE96B0}" destId="{EEA56970-4A4F-4A3C-9D04-5E59BF0EA36D}" srcOrd="0" destOrd="0" presId="urn:microsoft.com/office/officeart/2005/8/layout/hierarchy2"/>
    <dgm:cxn modelId="{03468C37-7AEA-40C8-BB5B-95600C43F427}" type="presOf" srcId="{8F36C506-0FD8-462D-929B-C786CFF9A705}" destId="{E313ED3B-583A-44CA-919C-50E0D13C47BA}" srcOrd="0" destOrd="0" presId="urn:microsoft.com/office/officeart/2005/8/layout/hierarchy2"/>
    <dgm:cxn modelId="{7098D73D-EAD1-40D2-B50B-7DAAEA5F077D}" type="presOf" srcId="{85204D90-7177-41B0-AD3E-0E165EBD0C41}" destId="{1901CFD4-16EE-43DB-9842-A29B82313D9E}" srcOrd="0" destOrd="0" presId="urn:microsoft.com/office/officeart/2005/8/layout/hierarchy2"/>
    <dgm:cxn modelId="{B23B015D-B9A0-4B6C-B77E-2A5B6DFCCFD2}" type="presOf" srcId="{2F9E65C8-EF8A-4687-AC2F-477B0DB2C950}" destId="{FED2AE27-E2E7-4E16-BB78-59A7A9176BCA}" srcOrd="1" destOrd="0" presId="urn:microsoft.com/office/officeart/2005/8/layout/hierarchy2"/>
    <dgm:cxn modelId="{173A135D-448C-44B9-85EA-0062FC128F15}" srcId="{DF9610A7-285A-4D67-B2EF-DDB7C398CE51}" destId="{A7DCA397-330C-4657-9444-3DB3D43FE566}" srcOrd="2" destOrd="0" parTransId="{4D5E5BE2-3D27-44D2-9154-8F5B5949443A}" sibTransId="{89E41021-69D8-41D8-9FA6-2F3F95DD74B4}"/>
    <dgm:cxn modelId="{EE71BD5D-CD0B-49D2-B4B6-9F346EED0321}" type="presOf" srcId="{75339283-AFC6-4EA7-A87E-42F45416210C}" destId="{EA72DE14-80FA-4594-A0AF-944482CBD690}" srcOrd="0" destOrd="0" presId="urn:microsoft.com/office/officeart/2005/8/layout/hierarchy2"/>
    <dgm:cxn modelId="{AE282644-7B0C-49C0-A273-247AEBC61DB4}" type="presOf" srcId="{85204D90-7177-41B0-AD3E-0E165EBD0C41}" destId="{628F654F-1024-48BE-93DD-DBCAF693BC92}" srcOrd="1" destOrd="0" presId="urn:microsoft.com/office/officeart/2005/8/layout/hierarchy2"/>
    <dgm:cxn modelId="{E8F9F444-A358-4432-AD27-6894A8E70F3D}" type="presOf" srcId="{783DF40A-BD77-4E8F-B82E-E54D1204C9C6}" destId="{BBA9D01C-5DA3-426E-8106-0657392B631A}" srcOrd="1" destOrd="0" presId="urn:microsoft.com/office/officeart/2005/8/layout/hierarchy2"/>
    <dgm:cxn modelId="{F30D0966-97DA-4064-8F35-B7F115AE0458}" type="presOf" srcId="{D0076E21-5E55-49D5-B9B7-014C426CAAF0}" destId="{27A5BA14-D9A9-4830-9D56-107D766D3F67}" srcOrd="0" destOrd="0" presId="urn:microsoft.com/office/officeart/2005/8/layout/hierarchy2"/>
    <dgm:cxn modelId="{A98D3046-14E0-46B5-89E2-D8683C2AE1C3}" srcId="{7C2198E1-C0D4-49E9-8AF7-619937C7E3D5}" destId="{DF9610A7-285A-4D67-B2EF-DDB7C398CE51}" srcOrd="1" destOrd="0" parTransId="{0914386F-E073-40ED-8903-27DFDF81531D}" sibTransId="{FE396A06-0A2E-4A9D-BEDE-D0C6AB434AD8}"/>
    <dgm:cxn modelId="{94FDB049-F44B-4508-AF98-E78C8FD724B1}" srcId="{8F36C506-0FD8-462D-929B-C786CFF9A705}" destId="{AC1DFBE0-DDDC-4013-9F98-F0AB2E9FBD31}" srcOrd="0" destOrd="0" parTransId="{847DB53A-C553-491D-B74C-BF3FADEF5132}" sibTransId="{5270C289-4AC9-433D-8C7D-1212DADE230F}"/>
    <dgm:cxn modelId="{D01D2D6A-71C3-4931-A690-106FE0DF020A}" type="presOf" srcId="{4D5E5BE2-3D27-44D2-9154-8F5B5949443A}" destId="{872E35C9-21A2-42BA-A28C-D0767A00EB56}" srcOrd="0" destOrd="0" presId="urn:microsoft.com/office/officeart/2005/8/layout/hierarchy2"/>
    <dgm:cxn modelId="{64293F4A-F0E8-4ADE-BF51-968A8C4D9D04}" type="presOf" srcId="{10C7790F-71FD-41A0-8C99-C1E1A6EB945F}" destId="{F50C7E62-F4D1-4271-B0B2-DB6D6D501482}" srcOrd="0" destOrd="0" presId="urn:microsoft.com/office/officeart/2005/8/layout/hierarchy2"/>
    <dgm:cxn modelId="{C329B24B-5218-4ACC-AC39-68A2A704C736}" type="presOf" srcId="{3ACC346B-BA6F-492F-9B8A-FAEB05672D91}" destId="{F4E75F7D-3C75-40E2-B250-75583B94A819}" srcOrd="0" destOrd="0" presId="urn:microsoft.com/office/officeart/2005/8/layout/hierarchy2"/>
    <dgm:cxn modelId="{06529A6E-43F3-423C-A447-DCF88E38EE46}" type="presOf" srcId="{167E4428-3715-4F37-8941-6EF565DAE1D2}" destId="{633B2B08-C4B0-4624-AFD7-8EA4BE69D44F}" srcOrd="0" destOrd="0" presId="urn:microsoft.com/office/officeart/2005/8/layout/hierarchy2"/>
    <dgm:cxn modelId="{6E87C977-158B-4197-8E0B-A761DBDA04B1}" type="presOf" srcId="{5CEBD4E9-C92C-4CF8-838C-1408578785BF}" destId="{5A4FBAB5-B687-4F1D-93AA-2B4A46BED067}" srcOrd="0" destOrd="0" presId="urn:microsoft.com/office/officeart/2005/8/layout/hierarchy2"/>
    <dgm:cxn modelId="{824AC478-CB8D-437F-AFF5-D45DB161A6EA}" type="presOf" srcId="{4D5E5BE2-3D27-44D2-9154-8F5B5949443A}" destId="{0AA1E980-0F9A-4DFA-8DC3-4A794F4AB476}" srcOrd="1" destOrd="0" presId="urn:microsoft.com/office/officeart/2005/8/layout/hierarchy2"/>
    <dgm:cxn modelId="{82F5A87B-FE47-4ADB-8509-B6C1A3E132A9}" type="presOf" srcId="{AC1DFBE0-DDDC-4013-9F98-F0AB2E9FBD31}" destId="{8F21B4F4-5956-486F-8951-7F4DAD32E062}" srcOrd="0" destOrd="0" presId="urn:microsoft.com/office/officeart/2005/8/layout/hierarchy2"/>
    <dgm:cxn modelId="{AF0AD796-7BF4-49DC-93B0-3B296D91570E}" type="presOf" srcId="{9E7610E5-B193-4E06-8214-ECCEC4D159BA}" destId="{F7CC0EF4-DF42-4C3E-A5A4-BBA3414F718D}" srcOrd="1" destOrd="0" presId="urn:microsoft.com/office/officeart/2005/8/layout/hierarchy2"/>
    <dgm:cxn modelId="{DE846799-B8E3-44B9-91E6-A2E0425DF5A6}" type="presOf" srcId="{2F9E65C8-EF8A-4687-AC2F-477B0DB2C950}" destId="{48543CFF-3B9C-4D65-A794-E4B9578A1FC2}" srcOrd="0" destOrd="0" presId="urn:microsoft.com/office/officeart/2005/8/layout/hierarchy2"/>
    <dgm:cxn modelId="{D5B65799-9676-4316-A12A-927887CA6094}" type="presOf" srcId="{A4F400C8-413F-41C0-ADE1-B5EDB653C8F6}" destId="{F2020B7C-9315-48FE-9B79-1176C8F040AB}" srcOrd="1" destOrd="0" presId="urn:microsoft.com/office/officeart/2005/8/layout/hierarchy2"/>
    <dgm:cxn modelId="{624222A0-425B-4B5B-9915-70EBF47B8507}" type="presOf" srcId="{DF9610A7-285A-4D67-B2EF-DDB7C398CE51}" destId="{E9A3F24E-2A2E-406E-9F47-F7C91B060331}" srcOrd="0" destOrd="0" presId="urn:microsoft.com/office/officeart/2005/8/layout/hierarchy2"/>
    <dgm:cxn modelId="{2BCC49A1-693C-43C0-8CA8-4B5B51BD5492}" srcId="{7C2198E1-C0D4-49E9-8AF7-619937C7E3D5}" destId="{75339283-AFC6-4EA7-A87E-42F45416210C}" srcOrd="0" destOrd="0" parTransId="{A06E3818-9948-4558-91EC-52B8D5FE96B0}" sibTransId="{313268DA-9FC4-448F-BE00-0632800F2790}"/>
    <dgm:cxn modelId="{E8117CA5-B384-4BB7-A108-CE6A7D83C256}" srcId="{AC1DFBE0-DDDC-4013-9F98-F0AB2E9FBD31}" destId="{10C7790F-71FD-41A0-8C99-C1E1A6EB945F}" srcOrd="2" destOrd="0" parTransId="{9E7610E5-B193-4E06-8214-ECCEC4D159BA}" sibTransId="{DA003A1B-FDEA-43FC-B6D9-E28817E1BA96}"/>
    <dgm:cxn modelId="{1C35C9A7-3CBB-4DF3-BCB7-AB730B0C433D}" type="presOf" srcId="{480D21E6-7824-4B3A-AF03-D9EF62E217C3}" destId="{8CA8DE61-731F-4C35-A005-5CA59A585473}" srcOrd="0" destOrd="0" presId="urn:microsoft.com/office/officeart/2005/8/layout/hierarchy2"/>
    <dgm:cxn modelId="{EAFF55A9-56BA-4D27-AA78-61B653D9E386}" srcId="{10C7790F-71FD-41A0-8C99-C1E1A6EB945F}" destId="{0B2F5EAA-2F23-4C64-8B68-BF7ED16E2FA7}" srcOrd="0" destOrd="0" parTransId="{480D21E6-7824-4B3A-AF03-D9EF62E217C3}" sibTransId="{6E4B2AB9-BB90-4ACE-BB48-2E34ACDE7D4E}"/>
    <dgm:cxn modelId="{107B1FB0-21F6-439B-A8CC-B2AF06950370}" type="presOf" srcId="{3C386B2E-DCF5-4906-A1AF-50DEAEBD698C}" destId="{2AC241B1-028A-40D7-9A35-6EECDE987CB6}" srcOrd="0" destOrd="0" presId="urn:microsoft.com/office/officeart/2005/8/layout/hierarchy2"/>
    <dgm:cxn modelId="{54B36FB1-02EB-4664-BE06-D2E3382726C5}" srcId="{DF9610A7-285A-4D67-B2EF-DDB7C398CE51}" destId="{3216C941-9DE0-4C54-BA11-98E9F9E0796B}" srcOrd="1" destOrd="0" parTransId="{85204D90-7177-41B0-AD3E-0E165EBD0C41}" sibTransId="{CA0A686F-5660-49D3-BDA3-628064CB0FEB}"/>
    <dgm:cxn modelId="{5CB6C6B8-E3E9-47AE-BEC0-C65B77306510}" type="presOf" srcId="{783DF40A-BD77-4E8F-B82E-E54D1204C9C6}" destId="{38A01C5F-ECA9-46D6-A2CA-46F995FEBE97}" srcOrd="0" destOrd="0" presId="urn:microsoft.com/office/officeart/2005/8/layout/hierarchy2"/>
    <dgm:cxn modelId="{0E9D1CC7-87E6-419C-818B-2EA555955C71}" type="presOf" srcId="{0914386F-E073-40ED-8903-27DFDF81531D}" destId="{47C9B8E2-5E97-429A-B8D6-27294A3C0057}" srcOrd="0" destOrd="0" presId="urn:microsoft.com/office/officeart/2005/8/layout/hierarchy2"/>
    <dgm:cxn modelId="{6C30CEC8-E24B-44CE-8119-AF9A921D3424}" type="presOf" srcId="{4800F456-90BF-4136-A3C8-EF0C14A17C31}" destId="{4805E729-F641-4CEB-B8C0-0A77B8D38B1E}" srcOrd="1" destOrd="0" presId="urn:microsoft.com/office/officeart/2005/8/layout/hierarchy2"/>
    <dgm:cxn modelId="{CE959CCB-D2A2-4FD0-9E7C-E72AE26C71A0}" type="presOf" srcId="{A7DCA397-330C-4657-9444-3DB3D43FE566}" destId="{66833331-EDC8-4D56-AEDE-E55E7406F315}" srcOrd="0" destOrd="0" presId="urn:microsoft.com/office/officeart/2005/8/layout/hierarchy2"/>
    <dgm:cxn modelId="{C38F2ECC-6FE7-4B34-9F53-73FA38E3A760}" srcId="{DF9610A7-285A-4D67-B2EF-DDB7C398CE51}" destId="{3ACC346B-BA6F-492F-9B8A-FAEB05672D91}" srcOrd="0" destOrd="0" parTransId="{A4F400C8-413F-41C0-ADE1-B5EDB653C8F6}" sibTransId="{8228A682-3229-4FD3-9848-7B35A086BE44}"/>
    <dgm:cxn modelId="{BA17DDCD-130F-4216-887F-2AE410337D10}" type="presOf" srcId="{0914386F-E073-40ED-8903-27DFDF81531D}" destId="{7E9D034B-81F3-45EE-80B8-EEF3B80443D1}" srcOrd="1" destOrd="0" presId="urn:microsoft.com/office/officeart/2005/8/layout/hierarchy2"/>
    <dgm:cxn modelId="{87905BD1-EFB7-4F9C-A1D2-F275A24544F6}" type="presOf" srcId="{0B2F5EAA-2F23-4C64-8B68-BF7ED16E2FA7}" destId="{891EF905-5BE5-4607-ACB0-43596E2BA96E}" srcOrd="0" destOrd="0" presId="urn:microsoft.com/office/officeart/2005/8/layout/hierarchy2"/>
    <dgm:cxn modelId="{5FEB8FDE-9D13-4194-84A9-39E93BE2ABBA}" srcId="{10C7790F-71FD-41A0-8C99-C1E1A6EB945F}" destId="{5CEBD4E9-C92C-4CF8-838C-1408578785BF}" srcOrd="1" destOrd="0" parTransId="{4800F456-90BF-4136-A3C8-EF0C14A17C31}" sibTransId="{F22184ED-4B91-47F3-9449-56843BC776E2}"/>
    <dgm:cxn modelId="{EC01FEE6-C057-4C1A-83A3-CCE261D58076}" type="presOf" srcId="{F24A3494-D8A6-4F3E-BDB7-0B0DB0482B5C}" destId="{AC202A20-14ED-495D-9CAF-48B08417A6B0}" srcOrd="0" destOrd="0" presId="urn:microsoft.com/office/officeart/2005/8/layout/hierarchy2"/>
    <dgm:cxn modelId="{CFD93AE8-FB93-42D0-A6A2-510B8C5D8582}" type="presOf" srcId="{167E4428-3715-4F37-8941-6EF565DAE1D2}" destId="{61D07C18-8EF9-4B4F-817F-139D44C2FAB8}" srcOrd="1" destOrd="0" presId="urn:microsoft.com/office/officeart/2005/8/layout/hierarchy2"/>
    <dgm:cxn modelId="{7D5D26ED-893A-48C0-99CA-E4E79102A70C}" type="presOf" srcId="{558ECE1A-BB1E-43C6-8297-030FB764F3E8}" destId="{25DD9204-7028-4A19-BBEB-3FD7C08A849D}" srcOrd="0" destOrd="0" presId="urn:microsoft.com/office/officeart/2005/8/layout/hierarchy2"/>
    <dgm:cxn modelId="{205E77F1-7447-428C-88D9-837A22943B87}" type="presOf" srcId="{9E7610E5-B193-4E06-8214-ECCEC4D159BA}" destId="{B509B50C-308D-40FE-B901-40A939925428}" srcOrd="0" destOrd="0" presId="urn:microsoft.com/office/officeart/2005/8/layout/hierarchy2"/>
    <dgm:cxn modelId="{F67285F5-B18D-4861-A433-536F23B4B1D1}" srcId="{F24A3494-D8A6-4F3E-BDB7-0B0DB0482B5C}" destId="{D0076E21-5E55-49D5-B9B7-014C426CAAF0}" srcOrd="1" destOrd="0" parTransId="{167E4428-3715-4F37-8941-6EF565DAE1D2}" sibTransId="{FD835AF0-F88D-4986-AFE0-0A937C4B334F}"/>
    <dgm:cxn modelId="{B02E6BF7-9374-4F52-AAD4-4BA578E10998}" type="presOf" srcId="{A06E3818-9948-4558-91EC-52B8D5FE96B0}" destId="{323DCEBD-B143-4D12-9D80-541AE70496D7}" srcOrd="1" destOrd="0" presId="urn:microsoft.com/office/officeart/2005/8/layout/hierarchy2"/>
    <dgm:cxn modelId="{56F4D02A-B3C3-4E4E-B883-EB165A45BD32}" type="presParOf" srcId="{E313ED3B-583A-44CA-919C-50E0D13C47BA}" destId="{051522D0-494A-4F96-A6BA-9232A9CFBD8D}" srcOrd="0" destOrd="0" presId="urn:microsoft.com/office/officeart/2005/8/layout/hierarchy2"/>
    <dgm:cxn modelId="{FC0F431F-C7CD-4E4B-AEB3-AE9FFEA8EB6B}" type="presParOf" srcId="{051522D0-494A-4F96-A6BA-9232A9CFBD8D}" destId="{8F21B4F4-5956-486F-8951-7F4DAD32E062}" srcOrd="0" destOrd="0" presId="urn:microsoft.com/office/officeart/2005/8/layout/hierarchy2"/>
    <dgm:cxn modelId="{2E1BFECD-A637-4B4F-967A-F8C018DCC10E}" type="presParOf" srcId="{051522D0-494A-4F96-A6BA-9232A9CFBD8D}" destId="{3F770395-BA0E-423B-A91B-7075F5B8F04F}" srcOrd="1" destOrd="0" presId="urn:microsoft.com/office/officeart/2005/8/layout/hierarchy2"/>
    <dgm:cxn modelId="{FEF1F67F-70F1-413E-A20A-DAD98418520C}" type="presParOf" srcId="{3F770395-BA0E-423B-A91B-7075F5B8F04F}" destId="{48543CFF-3B9C-4D65-A794-E4B9578A1FC2}" srcOrd="0" destOrd="0" presId="urn:microsoft.com/office/officeart/2005/8/layout/hierarchy2"/>
    <dgm:cxn modelId="{24D3356E-B00E-4273-8994-6DD2A640405C}" type="presParOf" srcId="{48543CFF-3B9C-4D65-A794-E4B9578A1FC2}" destId="{FED2AE27-E2E7-4E16-BB78-59A7A9176BCA}" srcOrd="0" destOrd="0" presId="urn:microsoft.com/office/officeart/2005/8/layout/hierarchy2"/>
    <dgm:cxn modelId="{B3AF3094-BD79-4000-82E4-CD59BCBF558F}" type="presParOf" srcId="{3F770395-BA0E-423B-A91B-7075F5B8F04F}" destId="{7FEC831C-2D4C-491C-A8B7-6C270865C1BA}" srcOrd="1" destOrd="0" presId="urn:microsoft.com/office/officeart/2005/8/layout/hierarchy2"/>
    <dgm:cxn modelId="{6025CB52-3B6A-4EBF-AA11-7C09E4EEDD02}" type="presParOf" srcId="{7FEC831C-2D4C-491C-A8B7-6C270865C1BA}" destId="{A92F24FE-30EF-4A6A-925E-D2E45FF185FB}" srcOrd="0" destOrd="0" presId="urn:microsoft.com/office/officeart/2005/8/layout/hierarchy2"/>
    <dgm:cxn modelId="{EA137471-FF4F-4151-B848-C9C9B6D2A64E}" type="presParOf" srcId="{7FEC831C-2D4C-491C-A8B7-6C270865C1BA}" destId="{08F4A984-D72C-4D2A-AAC3-AD1DD55D4595}" srcOrd="1" destOrd="0" presId="urn:microsoft.com/office/officeart/2005/8/layout/hierarchy2"/>
    <dgm:cxn modelId="{DA6B10B4-362B-4D9F-92BC-59BD7C0551F4}" type="presParOf" srcId="{08F4A984-D72C-4D2A-AAC3-AD1DD55D4595}" destId="{EEA56970-4A4F-4A3C-9D04-5E59BF0EA36D}" srcOrd="0" destOrd="0" presId="urn:microsoft.com/office/officeart/2005/8/layout/hierarchy2"/>
    <dgm:cxn modelId="{24F1E9D2-30AB-4FAB-9BFD-A1D094F4E37F}" type="presParOf" srcId="{EEA56970-4A4F-4A3C-9D04-5E59BF0EA36D}" destId="{323DCEBD-B143-4D12-9D80-541AE70496D7}" srcOrd="0" destOrd="0" presId="urn:microsoft.com/office/officeart/2005/8/layout/hierarchy2"/>
    <dgm:cxn modelId="{4C98CAC1-7A42-4562-BF77-67606AA51123}" type="presParOf" srcId="{08F4A984-D72C-4D2A-AAC3-AD1DD55D4595}" destId="{A98582CC-85C4-458F-9373-D1607991B423}" srcOrd="1" destOrd="0" presId="urn:microsoft.com/office/officeart/2005/8/layout/hierarchy2"/>
    <dgm:cxn modelId="{D55A332E-4FE5-42A3-8E71-898F9E1126FF}" type="presParOf" srcId="{A98582CC-85C4-458F-9373-D1607991B423}" destId="{EA72DE14-80FA-4594-A0AF-944482CBD690}" srcOrd="0" destOrd="0" presId="urn:microsoft.com/office/officeart/2005/8/layout/hierarchy2"/>
    <dgm:cxn modelId="{C7391230-CF07-4E3E-9E1E-5C9381BE94BB}" type="presParOf" srcId="{A98582CC-85C4-458F-9373-D1607991B423}" destId="{A7F2593A-107A-41EB-A1D9-382C7B6BACA7}" srcOrd="1" destOrd="0" presId="urn:microsoft.com/office/officeart/2005/8/layout/hierarchy2"/>
    <dgm:cxn modelId="{AA356A06-E776-466B-A48A-0736C8FEDF88}" type="presParOf" srcId="{08F4A984-D72C-4D2A-AAC3-AD1DD55D4595}" destId="{47C9B8E2-5E97-429A-B8D6-27294A3C0057}" srcOrd="2" destOrd="0" presId="urn:microsoft.com/office/officeart/2005/8/layout/hierarchy2"/>
    <dgm:cxn modelId="{D8F5BA1C-2514-4277-A2D3-D7A73FE1CE46}" type="presParOf" srcId="{47C9B8E2-5E97-429A-B8D6-27294A3C0057}" destId="{7E9D034B-81F3-45EE-80B8-EEF3B80443D1}" srcOrd="0" destOrd="0" presId="urn:microsoft.com/office/officeart/2005/8/layout/hierarchy2"/>
    <dgm:cxn modelId="{44448188-D832-4504-A705-7ACC44099A50}" type="presParOf" srcId="{08F4A984-D72C-4D2A-AAC3-AD1DD55D4595}" destId="{7ED24389-3104-47CE-B8CB-DBEAB6FB9AC2}" srcOrd="3" destOrd="0" presId="urn:microsoft.com/office/officeart/2005/8/layout/hierarchy2"/>
    <dgm:cxn modelId="{A54E561B-E277-4D56-8D52-41721B271A43}" type="presParOf" srcId="{7ED24389-3104-47CE-B8CB-DBEAB6FB9AC2}" destId="{E9A3F24E-2A2E-406E-9F47-F7C91B060331}" srcOrd="0" destOrd="0" presId="urn:microsoft.com/office/officeart/2005/8/layout/hierarchy2"/>
    <dgm:cxn modelId="{282D8B86-4EEF-4CEC-913A-D5EB19AEC967}" type="presParOf" srcId="{7ED24389-3104-47CE-B8CB-DBEAB6FB9AC2}" destId="{A2BBF952-F325-49EC-A595-8CD0789622FB}" srcOrd="1" destOrd="0" presId="urn:microsoft.com/office/officeart/2005/8/layout/hierarchy2"/>
    <dgm:cxn modelId="{E2841CEE-9A0E-478D-8583-6AE3FC7FD43E}" type="presParOf" srcId="{A2BBF952-F325-49EC-A595-8CD0789622FB}" destId="{1BAFF548-55E6-428B-82D9-CD4B939F21E2}" srcOrd="0" destOrd="0" presId="urn:microsoft.com/office/officeart/2005/8/layout/hierarchy2"/>
    <dgm:cxn modelId="{67A63BBD-CE8E-4A92-B94E-17CABE6363C5}" type="presParOf" srcId="{1BAFF548-55E6-428B-82D9-CD4B939F21E2}" destId="{F2020B7C-9315-48FE-9B79-1176C8F040AB}" srcOrd="0" destOrd="0" presId="urn:microsoft.com/office/officeart/2005/8/layout/hierarchy2"/>
    <dgm:cxn modelId="{11E87C11-2002-4530-B362-5F34CBEE92E0}" type="presParOf" srcId="{A2BBF952-F325-49EC-A595-8CD0789622FB}" destId="{90E14BEC-4533-42E2-8F54-B12CC00E38DD}" srcOrd="1" destOrd="0" presId="urn:microsoft.com/office/officeart/2005/8/layout/hierarchy2"/>
    <dgm:cxn modelId="{4D07DDF3-38AF-40DC-972E-C62A168CF08C}" type="presParOf" srcId="{90E14BEC-4533-42E2-8F54-B12CC00E38DD}" destId="{F4E75F7D-3C75-40E2-B250-75583B94A819}" srcOrd="0" destOrd="0" presId="urn:microsoft.com/office/officeart/2005/8/layout/hierarchy2"/>
    <dgm:cxn modelId="{9D8F64F1-97E4-459E-AB56-683B910880A3}" type="presParOf" srcId="{90E14BEC-4533-42E2-8F54-B12CC00E38DD}" destId="{D888CF0F-363E-4300-80DC-4B8E73C3C35D}" srcOrd="1" destOrd="0" presId="urn:microsoft.com/office/officeart/2005/8/layout/hierarchy2"/>
    <dgm:cxn modelId="{E734DB5B-C05D-421C-A00A-069C8F6152EF}" type="presParOf" srcId="{A2BBF952-F325-49EC-A595-8CD0789622FB}" destId="{1901CFD4-16EE-43DB-9842-A29B82313D9E}" srcOrd="2" destOrd="0" presId="urn:microsoft.com/office/officeart/2005/8/layout/hierarchy2"/>
    <dgm:cxn modelId="{F50BFF66-6818-48A8-B0BE-EA92168F0CA3}" type="presParOf" srcId="{1901CFD4-16EE-43DB-9842-A29B82313D9E}" destId="{628F654F-1024-48BE-93DD-DBCAF693BC92}" srcOrd="0" destOrd="0" presId="urn:microsoft.com/office/officeart/2005/8/layout/hierarchy2"/>
    <dgm:cxn modelId="{38F7B1FF-C24B-46FD-B617-8A35F9B965C9}" type="presParOf" srcId="{A2BBF952-F325-49EC-A595-8CD0789622FB}" destId="{DB81F205-979D-4DE0-A075-998C78C61DBC}" srcOrd="3" destOrd="0" presId="urn:microsoft.com/office/officeart/2005/8/layout/hierarchy2"/>
    <dgm:cxn modelId="{BD77AD0A-485D-4C4B-8B51-150B64A567DF}" type="presParOf" srcId="{DB81F205-979D-4DE0-A075-998C78C61DBC}" destId="{2AFEC39E-653C-4847-90D7-04D02BE4BE2C}" srcOrd="0" destOrd="0" presId="urn:microsoft.com/office/officeart/2005/8/layout/hierarchy2"/>
    <dgm:cxn modelId="{1BFAAF9F-BA63-424F-ABB0-7F2775755051}" type="presParOf" srcId="{DB81F205-979D-4DE0-A075-998C78C61DBC}" destId="{1ACB2D5C-76CA-486D-9842-725F5FCE1EFE}" srcOrd="1" destOrd="0" presId="urn:microsoft.com/office/officeart/2005/8/layout/hierarchy2"/>
    <dgm:cxn modelId="{157A7C70-4B0C-4CD8-ACBA-C310EE8B0060}" type="presParOf" srcId="{A2BBF952-F325-49EC-A595-8CD0789622FB}" destId="{872E35C9-21A2-42BA-A28C-D0767A00EB56}" srcOrd="4" destOrd="0" presId="urn:microsoft.com/office/officeart/2005/8/layout/hierarchy2"/>
    <dgm:cxn modelId="{BF7163FA-F31E-4163-9AFE-690FC3B1B25F}" type="presParOf" srcId="{872E35C9-21A2-42BA-A28C-D0767A00EB56}" destId="{0AA1E980-0F9A-4DFA-8DC3-4A794F4AB476}" srcOrd="0" destOrd="0" presId="urn:microsoft.com/office/officeart/2005/8/layout/hierarchy2"/>
    <dgm:cxn modelId="{B08CB117-86E0-4CF9-9D6F-6FD669E9C8D6}" type="presParOf" srcId="{A2BBF952-F325-49EC-A595-8CD0789622FB}" destId="{9FF5AF0F-D77E-49B8-9F08-9DFE90E5B626}" srcOrd="5" destOrd="0" presId="urn:microsoft.com/office/officeart/2005/8/layout/hierarchy2"/>
    <dgm:cxn modelId="{66229E8C-72C1-4581-9EE2-2685A5134699}" type="presParOf" srcId="{9FF5AF0F-D77E-49B8-9F08-9DFE90E5B626}" destId="{66833331-EDC8-4D56-AEDE-E55E7406F315}" srcOrd="0" destOrd="0" presId="urn:microsoft.com/office/officeart/2005/8/layout/hierarchy2"/>
    <dgm:cxn modelId="{50808393-B2A4-41AD-B5E8-16BA3B48140F}" type="presParOf" srcId="{9FF5AF0F-D77E-49B8-9F08-9DFE90E5B626}" destId="{79F2085B-BB2F-48BC-821D-2AF45EE5808D}" srcOrd="1" destOrd="0" presId="urn:microsoft.com/office/officeart/2005/8/layout/hierarchy2"/>
    <dgm:cxn modelId="{D9A5CE7D-0924-4E93-9AB5-F2EBFD476914}" type="presParOf" srcId="{3F770395-BA0E-423B-A91B-7075F5B8F04F}" destId="{2AC241B1-028A-40D7-9A35-6EECDE987CB6}" srcOrd="2" destOrd="0" presId="urn:microsoft.com/office/officeart/2005/8/layout/hierarchy2"/>
    <dgm:cxn modelId="{55099BB8-AE22-4F83-9229-F91225708F72}" type="presParOf" srcId="{2AC241B1-028A-40D7-9A35-6EECDE987CB6}" destId="{99BD40D3-3EB9-4331-AC5B-F516C7888811}" srcOrd="0" destOrd="0" presId="urn:microsoft.com/office/officeart/2005/8/layout/hierarchy2"/>
    <dgm:cxn modelId="{EF94524D-BD6E-464E-B4E6-EA1D1070E043}" type="presParOf" srcId="{3F770395-BA0E-423B-A91B-7075F5B8F04F}" destId="{C0DA2D8F-00A5-4D20-A327-E6C7D328C240}" srcOrd="3" destOrd="0" presId="urn:microsoft.com/office/officeart/2005/8/layout/hierarchy2"/>
    <dgm:cxn modelId="{A4C8EBCB-DB63-4D79-9257-EE4BA771B61D}" type="presParOf" srcId="{C0DA2D8F-00A5-4D20-A327-E6C7D328C240}" destId="{AC202A20-14ED-495D-9CAF-48B08417A6B0}" srcOrd="0" destOrd="0" presId="urn:microsoft.com/office/officeart/2005/8/layout/hierarchy2"/>
    <dgm:cxn modelId="{C1877CF6-9ECF-46CB-8D85-3A34D8542844}" type="presParOf" srcId="{C0DA2D8F-00A5-4D20-A327-E6C7D328C240}" destId="{A7F54E74-7AC6-4471-A6D5-81F94C22C6C1}" srcOrd="1" destOrd="0" presId="urn:microsoft.com/office/officeart/2005/8/layout/hierarchy2"/>
    <dgm:cxn modelId="{711AE95C-5597-458A-86B5-58BA9729D798}" type="presParOf" srcId="{A7F54E74-7AC6-4471-A6D5-81F94C22C6C1}" destId="{38A01C5F-ECA9-46D6-A2CA-46F995FEBE97}" srcOrd="0" destOrd="0" presId="urn:microsoft.com/office/officeart/2005/8/layout/hierarchy2"/>
    <dgm:cxn modelId="{D7CD936F-E189-4FCF-9A31-551D88EF56F6}" type="presParOf" srcId="{38A01C5F-ECA9-46D6-A2CA-46F995FEBE97}" destId="{BBA9D01C-5DA3-426E-8106-0657392B631A}" srcOrd="0" destOrd="0" presId="urn:microsoft.com/office/officeart/2005/8/layout/hierarchy2"/>
    <dgm:cxn modelId="{43A5BCAA-492E-4B84-9AEA-F7944F210DA4}" type="presParOf" srcId="{A7F54E74-7AC6-4471-A6D5-81F94C22C6C1}" destId="{973D2A7C-0F4A-4A7F-B0AC-F8F032488507}" srcOrd="1" destOrd="0" presId="urn:microsoft.com/office/officeart/2005/8/layout/hierarchy2"/>
    <dgm:cxn modelId="{7CE2EDEE-5C7F-407F-9862-99590D22218B}" type="presParOf" srcId="{973D2A7C-0F4A-4A7F-B0AC-F8F032488507}" destId="{25DD9204-7028-4A19-BBEB-3FD7C08A849D}" srcOrd="0" destOrd="0" presId="urn:microsoft.com/office/officeart/2005/8/layout/hierarchy2"/>
    <dgm:cxn modelId="{89D2FC4E-53D3-4B44-98FB-A81DB86EBE04}" type="presParOf" srcId="{973D2A7C-0F4A-4A7F-B0AC-F8F032488507}" destId="{9D5463AD-D1A5-4521-AC74-6EE497BDD4A7}" srcOrd="1" destOrd="0" presId="urn:microsoft.com/office/officeart/2005/8/layout/hierarchy2"/>
    <dgm:cxn modelId="{E6F50851-1650-4326-8AB4-FFFCB56333BC}" type="presParOf" srcId="{A7F54E74-7AC6-4471-A6D5-81F94C22C6C1}" destId="{633B2B08-C4B0-4624-AFD7-8EA4BE69D44F}" srcOrd="2" destOrd="0" presId="urn:microsoft.com/office/officeart/2005/8/layout/hierarchy2"/>
    <dgm:cxn modelId="{5055DEA4-6D57-4963-BA50-496182D4C0F0}" type="presParOf" srcId="{633B2B08-C4B0-4624-AFD7-8EA4BE69D44F}" destId="{61D07C18-8EF9-4B4F-817F-139D44C2FAB8}" srcOrd="0" destOrd="0" presId="urn:microsoft.com/office/officeart/2005/8/layout/hierarchy2"/>
    <dgm:cxn modelId="{0881C353-363A-41D3-A703-035D5FB8CDC7}" type="presParOf" srcId="{A7F54E74-7AC6-4471-A6D5-81F94C22C6C1}" destId="{0B10768B-1A82-40C6-A372-53FE4ADA9B5E}" srcOrd="3" destOrd="0" presId="urn:microsoft.com/office/officeart/2005/8/layout/hierarchy2"/>
    <dgm:cxn modelId="{249D7B0F-98B3-40DE-B1B1-52FE01C14880}" type="presParOf" srcId="{0B10768B-1A82-40C6-A372-53FE4ADA9B5E}" destId="{27A5BA14-D9A9-4830-9D56-107D766D3F67}" srcOrd="0" destOrd="0" presId="urn:microsoft.com/office/officeart/2005/8/layout/hierarchy2"/>
    <dgm:cxn modelId="{87DBDB06-253D-4441-AF6F-F790EC2F5E54}" type="presParOf" srcId="{0B10768B-1A82-40C6-A372-53FE4ADA9B5E}" destId="{8814AF05-5710-47E4-A1D5-03CF95233745}" srcOrd="1" destOrd="0" presId="urn:microsoft.com/office/officeart/2005/8/layout/hierarchy2"/>
    <dgm:cxn modelId="{B7870993-DB9B-472A-AA04-EA2AC528A8AC}" type="presParOf" srcId="{3F770395-BA0E-423B-A91B-7075F5B8F04F}" destId="{B509B50C-308D-40FE-B901-40A939925428}" srcOrd="4" destOrd="0" presId="urn:microsoft.com/office/officeart/2005/8/layout/hierarchy2"/>
    <dgm:cxn modelId="{84AA53C9-265B-4FC7-B403-7033EF5D9D09}" type="presParOf" srcId="{B509B50C-308D-40FE-B901-40A939925428}" destId="{F7CC0EF4-DF42-4C3E-A5A4-BBA3414F718D}" srcOrd="0" destOrd="0" presId="urn:microsoft.com/office/officeart/2005/8/layout/hierarchy2"/>
    <dgm:cxn modelId="{E3BF10E9-4132-4804-A9EC-D6CA1C86C770}" type="presParOf" srcId="{3F770395-BA0E-423B-A91B-7075F5B8F04F}" destId="{F3DD4258-23D8-478C-8AE8-F6DEB4B6283A}" srcOrd="5" destOrd="0" presId="urn:microsoft.com/office/officeart/2005/8/layout/hierarchy2"/>
    <dgm:cxn modelId="{CE2DC094-6DA1-43A0-84D6-BA38F670CC7A}" type="presParOf" srcId="{F3DD4258-23D8-478C-8AE8-F6DEB4B6283A}" destId="{F50C7E62-F4D1-4271-B0B2-DB6D6D501482}" srcOrd="0" destOrd="0" presId="urn:microsoft.com/office/officeart/2005/8/layout/hierarchy2"/>
    <dgm:cxn modelId="{BB8FA4D7-D320-45D6-ADD6-2E7F69895A6E}" type="presParOf" srcId="{F3DD4258-23D8-478C-8AE8-F6DEB4B6283A}" destId="{D5366F51-6216-4A09-9977-FEDE72CAF2D0}" srcOrd="1" destOrd="0" presId="urn:microsoft.com/office/officeart/2005/8/layout/hierarchy2"/>
    <dgm:cxn modelId="{A3B747D5-8AAA-46F2-88C4-932B8651E95E}" type="presParOf" srcId="{D5366F51-6216-4A09-9977-FEDE72CAF2D0}" destId="{8CA8DE61-731F-4C35-A005-5CA59A585473}" srcOrd="0" destOrd="0" presId="urn:microsoft.com/office/officeart/2005/8/layout/hierarchy2"/>
    <dgm:cxn modelId="{2E8BA9B9-6C78-41E8-82F0-3BC518E2EE67}" type="presParOf" srcId="{8CA8DE61-731F-4C35-A005-5CA59A585473}" destId="{5E50EF63-7C74-4D53-A021-BD06071E2602}" srcOrd="0" destOrd="0" presId="urn:microsoft.com/office/officeart/2005/8/layout/hierarchy2"/>
    <dgm:cxn modelId="{C0EFA448-CC4B-41E3-B8C6-620C6600683C}" type="presParOf" srcId="{D5366F51-6216-4A09-9977-FEDE72CAF2D0}" destId="{F220956F-1A49-4CF4-813A-8DB749D63600}" srcOrd="1" destOrd="0" presId="urn:microsoft.com/office/officeart/2005/8/layout/hierarchy2"/>
    <dgm:cxn modelId="{E9BF19A1-5765-477C-9D46-9898A4C6AC12}" type="presParOf" srcId="{F220956F-1A49-4CF4-813A-8DB749D63600}" destId="{891EF905-5BE5-4607-ACB0-43596E2BA96E}" srcOrd="0" destOrd="0" presId="urn:microsoft.com/office/officeart/2005/8/layout/hierarchy2"/>
    <dgm:cxn modelId="{C4071283-9FF5-4A34-A2AC-6DC926095693}" type="presParOf" srcId="{F220956F-1A49-4CF4-813A-8DB749D63600}" destId="{9042B7C7-13B4-4BE1-B23F-4AA83BC37359}" srcOrd="1" destOrd="0" presId="urn:microsoft.com/office/officeart/2005/8/layout/hierarchy2"/>
    <dgm:cxn modelId="{0FF2799F-592C-4B2E-B75A-C75241D1172E}" type="presParOf" srcId="{D5366F51-6216-4A09-9977-FEDE72CAF2D0}" destId="{7A7B30E0-7170-4754-BE29-87AD23B5D86C}" srcOrd="2" destOrd="0" presId="urn:microsoft.com/office/officeart/2005/8/layout/hierarchy2"/>
    <dgm:cxn modelId="{20E5F32D-71EA-4EBF-B07D-A04016C0BC33}" type="presParOf" srcId="{7A7B30E0-7170-4754-BE29-87AD23B5D86C}" destId="{4805E729-F641-4CEB-B8C0-0A77B8D38B1E}" srcOrd="0" destOrd="0" presId="urn:microsoft.com/office/officeart/2005/8/layout/hierarchy2"/>
    <dgm:cxn modelId="{C66D70FF-ADBA-4DA2-B3FD-016FEC3FB6A4}" type="presParOf" srcId="{D5366F51-6216-4A09-9977-FEDE72CAF2D0}" destId="{B24AF023-10D4-4808-AE2D-A518B1CF11A9}" srcOrd="3" destOrd="0" presId="urn:microsoft.com/office/officeart/2005/8/layout/hierarchy2"/>
    <dgm:cxn modelId="{6CA73E16-CB6E-4C7A-87B3-2918C5D589DB}" type="presParOf" srcId="{B24AF023-10D4-4808-AE2D-A518B1CF11A9}" destId="{5A4FBAB5-B687-4F1D-93AA-2B4A46BED067}" srcOrd="0" destOrd="0" presId="urn:microsoft.com/office/officeart/2005/8/layout/hierarchy2"/>
    <dgm:cxn modelId="{BE8B89C1-0032-4B45-844C-923EB8AC5E94}" type="presParOf" srcId="{B24AF023-10D4-4808-AE2D-A518B1CF11A9}" destId="{A1B474B7-4D1C-4FC0-B008-2592E1457048}" srcOrd="1" destOrd="0" presId="urn:microsoft.com/office/officeart/2005/8/layout/hierarchy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21B4F4-5956-486F-8951-7F4DAD32E062}">
      <dsp:nvSpPr>
        <dsp:cNvPr id="0" name=""/>
        <dsp:cNvSpPr/>
      </dsp:nvSpPr>
      <dsp:spPr>
        <a:xfrm>
          <a:off x="1049776" y="1319374"/>
          <a:ext cx="916379" cy="4581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0" kern="1200"/>
            <a:t>司机决策</a:t>
          </a:r>
          <a:endParaRPr lang="zh-CN" altLang="en-US" sz="1100" kern="1200"/>
        </a:p>
      </dsp:txBody>
      <dsp:txXfrm>
        <a:off x="1063196" y="1332794"/>
        <a:ext cx="889539" cy="431349"/>
      </dsp:txXfrm>
    </dsp:sp>
    <dsp:sp modelId="{48543CFF-3B9C-4D65-A794-E4B9578A1FC2}">
      <dsp:nvSpPr>
        <dsp:cNvPr id="0" name=""/>
        <dsp:cNvSpPr/>
      </dsp:nvSpPr>
      <dsp:spPr>
        <a:xfrm rot="17350740">
          <a:off x="1591548" y="1008235"/>
          <a:ext cx="1115764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115764" y="1331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/>
        </a:p>
      </dsp:txBody>
      <dsp:txXfrm>
        <a:off x="2121537" y="993656"/>
        <a:ext cx="55788" cy="55788"/>
      </dsp:txXfrm>
    </dsp:sp>
    <dsp:sp modelId="{A92F24FE-30EF-4A6A-925E-D2E45FF185FB}">
      <dsp:nvSpPr>
        <dsp:cNvPr id="0" name=""/>
        <dsp:cNvSpPr/>
      </dsp:nvSpPr>
      <dsp:spPr>
        <a:xfrm>
          <a:off x="2332707" y="265538"/>
          <a:ext cx="916379" cy="4581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0" kern="1200"/>
            <a:t>排队时间</a:t>
          </a:r>
          <a:endParaRPr lang="zh-CN" altLang="en-US" sz="1100" kern="1200"/>
        </a:p>
      </dsp:txBody>
      <dsp:txXfrm>
        <a:off x="2346127" y="278958"/>
        <a:ext cx="889539" cy="431349"/>
      </dsp:txXfrm>
    </dsp:sp>
    <dsp:sp modelId="{EEA56970-4A4F-4A3C-9D04-5E59BF0EA36D}">
      <dsp:nvSpPr>
        <dsp:cNvPr id="0" name=""/>
        <dsp:cNvSpPr/>
      </dsp:nvSpPr>
      <dsp:spPr>
        <a:xfrm rot="19457599">
          <a:off x="3206657" y="349588"/>
          <a:ext cx="451409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51409" y="1331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/>
        </a:p>
      </dsp:txBody>
      <dsp:txXfrm>
        <a:off x="3421076" y="351618"/>
        <a:ext cx="22570" cy="22570"/>
      </dsp:txXfrm>
    </dsp:sp>
    <dsp:sp modelId="{EA72DE14-80FA-4594-A0AF-944482CBD690}">
      <dsp:nvSpPr>
        <dsp:cNvPr id="0" name=""/>
        <dsp:cNvSpPr/>
      </dsp:nvSpPr>
      <dsp:spPr>
        <a:xfrm>
          <a:off x="3615637" y="2079"/>
          <a:ext cx="916379" cy="4581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0" kern="1200"/>
            <a:t>蓄车池内数量</a:t>
          </a:r>
          <a:endParaRPr lang="zh-CN" altLang="en-US" sz="1100" kern="1200"/>
        </a:p>
      </dsp:txBody>
      <dsp:txXfrm>
        <a:off x="3629057" y="15499"/>
        <a:ext cx="889539" cy="431349"/>
      </dsp:txXfrm>
    </dsp:sp>
    <dsp:sp modelId="{47C9B8E2-5E97-429A-B8D6-27294A3C0057}">
      <dsp:nvSpPr>
        <dsp:cNvPr id="0" name=""/>
        <dsp:cNvSpPr/>
      </dsp:nvSpPr>
      <dsp:spPr>
        <a:xfrm rot="2142401">
          <a:off x="3206657" y="613047"/>
          <a:ext cx="451409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51409" y="1331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/>
        </a:p>
      </dsp:txBody>
      <dsp:txXfrm>
        <a:off x="3421076" y="615077"/>
        <a:ext cx="22570" cy="22570"/>
      </dsp:txXfrm>
    </dsp:sp>
    <dsp:sp modelId="{E9A3F24E-2A2E-406E-9F47-F7C91B060331}">
      <dsp:nvSpPr>
        <dsp:cNvPr id="0" name=""/>
        <dsp:cNvSpPr/>
      </dsp:nvSpPr>
      <dsp:spPr>
        <a:xfrm>
          <a:off x="3615637" y="528997"/>
          <a:ext cx="916379" cy="4581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0" kern="1200"/>
            <a:t>出租车需求量</a:t>
          </a:r>
          <a:endParaRPr lang="zh-CN" altLang="en-US" sz="1100" kern="1200"/>
        </a:p>
      </dsp:txBody>
      <dsp:txXfrm>
        <a:off x="3629057" y="542417"/>
        <a:ext cx="889539" cy="431349"/>
      </dsp:txXfrm>
    </dsp:sp>
    <dsp:sp modelId="{1BAFF548-55E6-428B-82D9-CD4B939F21E2}">
      <dsp:nvSpPr>
        <dsp:cNvPr id="0" name=""/>
        <dsp:cNvSpPr/>
      </dsp:nvSpPr>
      <dsp:spPr>
        <a:xfrm rot="18289469">
          <a:off x="4394355" y="481317"/>
          <a:ext cx="641874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41874" y="1331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/>
        </a:p>
      </dsp:txBody>
      <dsp:txXfrm>
        <a:off x="4699245" y="478586"/>
        <a:ext cx="32093" cy="32093"/>
      </dsp:txXfrm>
    </dsp:sp>
    <dsp:sp modelId="{F4E75F7D-3C75-40E2-B250-75583B94A819}">
      <dsp:nvSpPr>
        <dsp:cNvPr id="0" name=""/>
        <dsp:cNvSpPr/>
      </dsp:nvSpPr>
      <dsp:spPr>
        <a:xfrm>
          <a:off x="4898568" y="2079"/>
          <a:ext cx="916379" cy="4581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0" kern="1200"/>
            <a:t>时间</a:t>
          </a:r>
          <a:endParaRPr lang="zh-CN" altLang="en-US" sz="1100" kern="1200"/>
        </a:p>
      </dsp:txBody>
      <dsp:txXfrm>
        <a:off x="4911988" y="15499"/>
        <a:ext cx="889539" cy="431349"/>
      </dsp:txXfrm>
    </dsp:sp>
    <dsp:sp modelId="{1901CFD4-16EE-43DB-9842-A29B82313D9E}">
      <dsp:nvSpPr>
        <dsp:cNvPr id="0" name=""/>
        <dsp:cNvSpPr/>
      </dsp:nvSpPr>
      <dsp:spPr>
        <a:xfrm>
          <a:off x="4532016" y="744776"/>
          <a:ext cx="366551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66551" y="1331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/>
        </a:p>
      </dsp:txBody>
      <dsp:txXfrm>
        <a:off x="4706128" y="748928"/>
        <a:ext cx="18327" cy="18327"/>
      </dsp:txXfrm>
    </dsp:sp>
    <dsp:sp modelId="{2AFEC39E-653C-4847-90D7-04D02BE4BE2C}">
      <dsp:nvSpPr>
        <dsp:cNvPr id="0" name=""/>
        <dsp:cNvSpPr/>
      </dsp:nvSpPr>
      <dsp:spPr>
        <a:xfrm>
          <a:off x="4898568" y="528997"/>
          <a:ext cx="916379" cy="4581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0" kern="1200"/>
            <a:t>季节</a:t>
          </a:r>
          <a:endParaRPr lang="zh-CN" altLang="en-US" sz="1100" kern="1200"/>
        </a:p>
      </dsp:txBody>
      <dsp:txXfrm>
        <a:off x="4911988" y="542417"/>
        <a:ext cx="889539" cy="431349"/>
      </dsp:txXfrm>
    </dsp:sp>
    <dsp:sp modelId="{872E35C9-21A2-42BA-A28C-D0767A00EB56}">
      <dsp:nvSpPr>
        <dsp:cNvPr id="0" name=""/>
        <dsp:cNvSpPr/>
      </dsp:nvSpPr>
      <dsp:spPr>
        <a:xfrm rot="3310531">
          <a:off x="4394355" y="1008235"/>
          <a:ext cx="641874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41874" y="1331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/>
        </a:p>
      </dsp:txBody>
      <dsp:txXfrm>
        <a:off x="4699245" y="1005504"/>
        <a:ext cx="32093" cy="32093"/>
      </dsp:txXfrm>
    </dsp:sp>
    <dsp:sp modelId="{66833331-EDC8-4D56-AEDE-E55E7406F315}">
      <dsp:nvSpPr>
        <dsp:cNvPr id="0" name=""/>
        <dsp:cNvSpPr/>
      </dsp:nvSpPr>
      <dsp:spPr>
        <a:xfrm>
          <a:off x="4898568" y="1055915"/>
          <a:ext cx="916379" cy="4581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0" kern="1200"/>
            <a:t>天气</a:t>
          </a:r>
          <a:endParaRPr lang="zh-CN" altLang="en-US" sz="1100" kern="1200"/>
        </a:p>
      </dsp:txBody>
      <dsp:txXfrm>
        <a:off x="4911988" y="1069335"/>
        <a:ext cx="889539" cy="431349"/>
      </dsp:txXfrm>
    </dsp:sp>
    <dsp:sp modelId="{2AC241B1-028A-40D7-9A35-6EECDE987CB6}">
      <dsp:nvSpPr>
        <dsp:cNvPr id="0" name=""/>
        <dsp:cNvSpPr/>
      </dsp:nvSpPr>
      <dsp:spPr>
        <a:xfrm>
          <a:off x="1966155" y="1535153"/>
          <a:ext cx="366551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66551" y="1331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/>
        </a:p>
      </dsp:txBody>
      <dsp:txXfrm>
        <a:off x="2140267" y="1539305"/>
        <a:ext cx="18327" cy="18327"/>
      </dsp:txXfrm>
    </dsp:sp>
    <dsp:sp modelId="{AC202A20-14ED-495D-9CAF-48B08417A6B0}">
      <dsp:nvSpPr>
        <dsp:cNvPr id="0" name=""/>
        <dsp:cNvSpPr/>
      </dsp:nvSpPr>
      <dsp:spPr>
        <a:xfrm>
          <a:off x="2332707" y="1319374"/>
          <a:ext cx="916379" cy="4581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0" kern="1200"/>
            <a:t>往返时间</a:t>
          </a:r>
          <a:endParaRPr lang="zh-CN" altLang="en-US" sz="1100" kern="1200"/>
        </a:p>
      </dsp:txBody>
      <dsp:txXfrm>
        <a:off x="2346127" y="1332794"/>
        <a:ext cx="889539" cy="431349"/>
      </dsp:txXfrm>
    </dsp:sp>
    <dsp:sp modelId="{38A01C5F-ECA9-46D6-A2CA-46F995FEBE97}">
      <dsp:nvSpPr>
        <dsp:cNvPr id="0" name=""/>
        <dsp:cNvSpPr/>
      </dsp:nvSpPr>
      <dsp:spPr>
        <a:xfrm rot="19457599">
          <a:off x="3206657" y="1403424"/>
          <a:ext cx="451409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51409" y="1331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/>
        </a:p>
      </dsp:txBody>
      <dsp:txXfrm>
        <a:off x="3421076" y="1405454"/>
        <a:ext cx="22570" cy="22570"/>
      </dsp:txXfrm>
    </dsp:sp>
    <dsp:sp modelId="{25DD9204-7028-4A19-BBEB-3FD7C08A849D}">
      <dsp:nvSpPr>
        <dsp:cNvPr id="0" name=""/>
        <dsp:cNvSpPr/>
      </dsp:nvSpPr>
      <dsp:spPr>
        <a:xfrm>
          <a:off x="3615637" y="1055915"/>
          <a:ext cx="916379" cy="4581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0" kern="1200" dirty="0"/>
            <a:t>距市区距离</a:t>
          </a:r>
          <a:endParaRPr lang="zh-CN" altLang="en-US" sz="1100" kern="1200" dirty="0"/>
        </a:p>
      </dsp:txBody>
      <dsp:txXfrm>
        <a:off x="3629057" y="1069335"/>
        <a:ext cx="889539" cy="431349"/>
      </dsp:txXfrm>
    </dsp:sp>
    <dsp:sp modelId="{633B2B08-C4B0-4624-AFD7-8EA4BE69D44F}">
      <dsp:nvSpPr>
        <dsp:cNvPr id="0" name=""/>
        <dsp:cNvSpPr/>
      </dsp:nvSpPr>
      <dsp:spPr>
        <a:xfrm rot="2142401">
          <a:off x="3206657" y="1666883"/>
          <a:ext cx="451409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51409" y="1331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/>
        </a:p>
      </dsp:txBody>
      <dsp:txXfrm>
        <a:off x="3421076" y="1668913"/>
        <a:ext cx="22570" cy="22570"/>
      </dsp:txXfrm>
    </dsp:sp>
    <dsp:sp modelId="{27A5BA14-D9A9-4830-9D56-107D766D3F67}">
      <dsp:nvSpPr>
        <dsp:cNvPr id="0" name=""/>
        <dsp:cNvSpPr/>
      </dsp:nvSpPr>
      <dsp:spPr>
        <a:xfrm>
          <a:off x="3615637" y="1582833"/>
          <a:ext cx="916379" cy="4581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0" kern="1200"/>
            <a:t>道路交通状况</a:t>
          </a:r>
          <a:endParaRPr lang="zh-CN" altLang="en-US" sz="1100" kern="1200"/>
        </a:p>
      </dsp:txBody>
      <dsp:txXfrm>
        <a:off x="3629057" y="1596253"/>
        <a:ext cx="889539" cy="431349"/>
      </dsp:txXfrm>
    </dsp:sp>
    <dsp:sp modelId="{B509B50C-308D-40FE-B901-40A939925428}">
      <dsp:nvSpPr>
        <dsp:cNvPr id="0" name=""/>
        <dsp:cNvSpPr/>
      </dsp:nvSpPr>
      <dsp:spPr>
        <a:xfrm rot="4249260">
          <a:off x="1591548" y="2062071"/>
          <a:ext cx="1115764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115764" y="1331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/>
        </a:p>
      </dsp:txBody>
      <dsp:txXfrm>
        <a:off x="2121537" y="2047492"/>
        <a:ext cx="55788" cy="55788"/>
      </dsp:txXfrm>
    </dsp:sp>
    <dsp:sp modelId="{F50C7E62-F4D1-4271-B0B2-DB6D6D501482}">
      <dsp:nvSpPr>
        <dsp:cNvPr id="0" name=""/>
        <dsp:cNvSpPr/>
      </dsp:nvSpPr>
      <dsp:spPr>
        <a:xfrm>
          <a:off x="2332707" y="2373210"/>
          <a:ext cx="916379" cy="4581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0" kern="1200"/>
            <a:t>收入与成本</a:t>
          </a:r>
          <a:endParaRPr lang="zh-CN" altLang="en-US" sz="1100" kern="1200"/>
        </a:p>
      </dsp:txBody>
      <dsp:txXfrm>
        <a:off x="2346127" y="2386630"/>
        <a:ext cx="889539" cy="431349"/>
      </dsp:txXfrm>
    </dsp:sp>
    <dsp:sp modelId="{8CA8DE61-731F-4C35-A005-5CA59A585473}">
      <dsp:nvSpPr>
        <dsp:cNvPr id="0" name=""/>
        <dsp:cNvSpPr/>
      </dsp:nvSpPr>
      <dsp:spPr>
        <a:xfrm rot="19457599">
          <a:off x="3206657" y="2457260"/>
          <a:ext cx="451409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51409" y="1331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/>
        </a:p>
      </dsp:txBody>
      <dsp:txXfrm>
        <a:off x="3421076" y="2459290"/>
        <a:ext cx="22570" cy="22570"/>
      </dsp:txXfrm>
    </dsp:sp>
    <dsp:sp modelId="{891EF905-5BE5-4607-ACB0-43596E2BA96E}">
      <dsp:nvSpPr>
        <dsp:cNvPr id="0" name=""/>
        <dsp:cNvSpPr/>
      </dsp:nvSpPr>
      <dsp:spPr>
        <a:xfrm>
          <a:off x="3615637" y="2109751"/>
          <a:ext cx="916379" cy="4581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0" kern="1200"/>
            <a:t>接单价格与时间</a:t>
          </a:r>
          <a:endParaRPr lang="zh-CN" altLang="en-US" sz="1100" kern="1200"/>
        </a:p>
      </dsp:txBody>
      <dsp:txXfrm>
        <a:off x="3629057" y="2123171"/>
        <a:ext cx="889539" cy="431349"/>
      </dsp:txXfrm>
    </dsp:sp>
    <dsp:sp modelId="{7A7B30E0-7170-4754-BE29-87AD23B5D86C}">
      <dsp:nvSpPr>
        <dsp:cNvPr id="0" name=""/>
        <dsp:cNvSpPr/>
      </dsp:nvSpPr>
      <dsp:spPr>
        <a:xfrm rot="2142401">
          <a:off x="3206657" y="2720719"/>
          <a:ext cx="451409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51409" y="1331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/>
        </a:p>
      </dsp:txBody>
      <dsp:txXfrm>
        <a:off x="3421076" y="2722749"/>
        <a:ext cx="22570" cy="22570"/>
      </dsp:txXfrm>
    </dsp:sp>
    <dsp:sp modelId="{5A4FBAB5-B687-4F1D-93AA-2B4A46BED067}">
      <dsp:nvSpPr>
        <dsp:cNvPr id="0" name=""/>
        <dsp:cNvSpPr/>
      </dsp:nvSpPr>
      <dsp:spPr>
        <a:xfrm>
          <a:off x="3615637" y="2636669"/>
          <a:ext cx="916379" cy="4581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0" kern="1200"/>
            <a:t>油费</a:t>
          </a:r>
          <a:endParaRPr lang="zh-CN" altLang="en-US" sz="1100" kern="1200"/>
        </a:p>
      </dsp:txBody>
      <dsp:txXfrm>
        <a:off x="3629057" y="2650089"/>
        <a:ext cx="889539" cy="431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8FACF4-30A4-B73E-747D-F73115959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03F51E-7C8F-2243-57A7-80DB1B4B3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B62A1F-FF7C-4E55-BF2E-74E9FC877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C570-BB8B-4C52-904C-6DFDC05970CD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A27AE4-B4AC-BA89-59D5-709139FDA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75BE28-9F9A-FA92-897E-7B1412EBE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11EF-DC41-4A28-B3D6-64E36FCF0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565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529DBB-866E-343D-473B-69CFBD5BD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021E5B-475B-9701-8EA4-E5586ABA0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B12AE8-8746-FAA6-681F-DEE133E48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C570-BB8B-4C52-904C-6DFDC05970CD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F3BC25-1323-3E9A-C488-79334C192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E8E46F-D3B8-BA3E-487A-FABC98FCD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11EF-DC41-4A28-B3D6-64E36FCF0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546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EF0D6-B35F-EEE1-127F-7722AE47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034DA3-B598-F198-C7EE-7C9045263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9CAFDA-69CA-CA97-7C4B-EE9A8CB21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C570-BB8B-4C52-904C-6DFDC05970CD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B71E97-843F-928E-983B-18F07DDA9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85DFBA-3DA5-5747-8AEB-ABC783C68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11EF-DC41-4A28-B3D6-64E36FCF0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688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F966E-4855-F21A-1A8A-B2165697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D9B11E-7ACE-3B5F-334B-2C0B77C71A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E5714B-3E23-1F14-35F3-D625DC815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1FCB18-3578-B48B-5BE9-D5D797C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C570-BB8B-4C52-904C-6DFDC05970CD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81ED4B-1D03-114B-3FDE-FF6439B0F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027D38-C5C1-A99C-41D4-719DA9CB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11EF-DC41-4A28-B3D6-64E36FCF0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29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7F1D1D-EF87-AFBB-DC79-55C101ED0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75ED01-690C-27ED-65BA-60D9AE43A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21A332-2718-83FF-E5A3-C8BC3E4FE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2666CD-4A63-50DA-249A-806F588EAD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57A367-DE1B-FA5B-60E3-213A1A9142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E2D2A74-ABED-6F15-EC7C-85747E46A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C570-BB8B-4C52-904C-6DFDC05970CD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01D1856-2548-91A1-DAF6-F0C68208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B8878C1-3E24-6C87-DDDF-BBA8E9A6D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11EF-DC41-4A28-B3D6-64E36FCF0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796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4A1DB-9CDF-FCC2-DCDD-1A8347CC1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AFB472-0D76-A636-EFA4-9897F4D69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C570-BB8B-4C52-904C-6DFDC05970CD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CCAFE6-A26A-018F-0B66-7C7E555F1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77DCAC-9745-C55B-61E0-BD03BAB36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11EF-DC41-4A28-B3D6-64E36FCF0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665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FFF8181-DFCA-2D81-E5DF-EF5FB4B91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C570-BB8B-4C52-904C-6DFDC05970CD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68D881-2F6D-7C92-9BA2-502371AFA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66B31F-9C0B-2A4D-D3A5-7EFDFD0C5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11EF-DC41-4A28-B3D6-64E36FCF0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679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817243-BC44-2D6B-0FA1-652B5F938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051954-AA71-5AF4-1615-77049958C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A4840F-1D25-7C58-3E2D-35AB42208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22EA10-B2E5-1988-4706-A1E070D6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C570-BB8B-4C52-904C-6DFDC05970CD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0F81FF-B803-B94A-3337-2B0B7237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11E4FF-5B9F-3377-78CB-4FA5B1E4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11EF-DC41-4A28-B3D6-64E36FCF0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10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F99B47-232B-2810-271B-72C73F3AA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4C29DF7-780C-21C0-E4A9-DAAEF16D64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E726A1-4815-D040-5003-492EBDEBE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64823C-A391-8862-59A1-C43A26E64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C570-BB8B-4C52-904C-6DFDC05970CD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327774-BBEC-67DC-8F6B-C9881D032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35C242-7F10-4E84-5DDB-11BB7F9EF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11EF-DC41-4A28-B3D6-64E36FCF0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358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A36B9-D919-284A-153A-B21C5289F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054BA0-DC2C-67DD-5617-7F493FD78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9BC29C-4766-B5A1-B6CD-B0396535B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C570-BB8B-4C52-904C-6DFDC05970CD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ADA41A-DB40-135C-F1BA-AA5D2F575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D01450-1252-6EF7-3CE8-692255BB9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11EF-DC41-4A28-B3D6-64E36FCF0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41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FDA646-D82E-49F7-DDAC-784CD4B1F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89DF16-3EC3-D80C-EF38-BEC3A85E3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6E76F9-9A40-FD54-2AA2-CC27BA9A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C570-BB8B-4C52-904C-6DFDC05970CD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3CCA16-4049-C2DE-FAF1-2B11C5EE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DD48EE-2436-EF82-0162-872A44E13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11EF-DC41-4A28-B3D6-64E36FCF0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569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7F9F56-2D57-EDCF-21DB-4D0246E88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DBAC42-9035-DB8B-A345-BF2B58AC2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1592D2-96EB-08D6-F00E-1A114EF5C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7C570-BB8B-4C52-904C-6DFDC05970CD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93FCB8-CF82-1B65-6A59-63E0E4C2C8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9BB122-745F-81C3-ABA6-9F1EBC4A7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311EF-DC41-4A28-B3D6-64E36FCF0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495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053BEF58-9D5F-E3A9-CA8C-DAA21D30F4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3541922"/>
              </p:ext>
            </p:extLst>
          </p:nvPr>
        </p:nvGraphicFramePr>
        <p:xfrm>
          <a:off x="719417" y="839500"/>
          <a:ext cx="6864724" cy="3096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3734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55</Words>
  <Application>Microsoft Office PowerPoint</Application>
  <PresentationFormat>宽屏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书林 沈</dc:creator>
  <cp:lastModifiedBy>书林 沈</cp:lastModifiedBy>
  <cp:revision>1</cp:revision>
  <dcterms:created xsi:type="dcterms:W3CDTF">2026-08-10T13:10:45Z</dcterms:created>
  <dcterms:modified xsi:type="dcterms:W3CDTF">2026-08-10T13:46:03Z</dcterms:modified>
</cp:coreProperties>
</file>